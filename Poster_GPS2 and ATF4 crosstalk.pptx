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Lst>
  <p:sldSz cy="21067700" cx="37463400"/>
  <p:notesSz cx="9271000" cy="7010400"/>
  <p:embeddedFontLst>
    <p:embeddedFont>
      <p:font typeface="Century Gothic"/>
      <p:regular r:id="rId8"/>
      <p:bold r:id="rId9"/>
      <p:italic r:id="rId10"/>
      <p:boldItalic r:id="rId1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636">
          <p15:clr>
            <a:srgbClr val="A4A3A4"/>
          </p15:clr>
        </p15:guide>
        <p15:guide id="2" pos="1180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C586EB3-A955-4EC6-8C4C-F44C07513BD0}">
  <a:tblStyle styleId="{7C586EB3-A955-4EC6-8C4C-F44C07513BD0}"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636" orient="horz"/>
        <p:guide pos="1180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font" Target="fonts/CenturyGothic-boldItalic.fntdata"/><Relationship Id="rId10" Type="http://schemas.openxmlformats.org/officeDocument/2006/relationships/font" Target="fonts/CenturyGothic-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font" Target="fonts/CenturyGothic-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font" Target="fonts/CenturyGothic-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545475" y="525775"/>
            <a:ext cx="6180975"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27100" y="3329925"/>
            <a:ext cx="7416800" cy="31546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1:notes"/>
          <p:cNvSpPr txBox="1"/>
          <p:nvPr>
            <p:ph idx="1" type="body"/>
          </p:nvPr>
        </p:nvSpPr>
        <p:spPr>
          <a:xfrm>
            <a:off x="927100" y="3329925"/>
            <a:ext cx="7416800" cy="3154675"/>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 name="Google Shape;77;p1:notes"/>
          <p:cNvSpPr/>
          <p:nvPr>
            <p:ph idx="2" type="sldImg"/>
          </p:nvPr>
        </p:nvSpPr>
        <p:spPr>
          <a:xfrm>
            <a:off x="2298700" y="525463"/>
            <a:ext cx="4675188" cy="2628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2" name="Shape 12"/>
        <p:cNvGrpSpPr/>
        <p:nvPr/>
      </p:nvGrpSpPr>
      <p:grpSpPr>
        <a:xfrm>
          <a:off x="0" y="0"/>
          <a:ext cx="0" cy="0"/>
          <a:chOff x="0" y="0"/>
          <a:chExt cx="0" cy="0"/>
        </a:xfrm>
      </p:grpSpPr>
      <p:sp>
        <p:nvSpPr>
          <p:cNvPr id="13" name="Google Shape;13;p3"/>
          <p:cNvSpPr txBox="1"/>
          <p:nvPr>
            <p:ph type="title"/>
          </p:nvPr>
        </p:nvSpPr>
        <p:spPr>
          <a:xfrm>
            <a:off x="1873172" y="843686"/>
            <a:ext cx="33717069" cy="3511286"/>
          </a:xfrm>
          <a:prstGeom prst="rect">
            <a:avLst/>
          </a:prstGeom>
          <a:noFill/>
          <a:ln>
            <a:noFill/>
          </a:ln>
        </p:spPr>
        <p:txBody>
          <a:bodyPr anchorCtr="0" anchor="ctr" bIns="219450" lIns="438900" spcFirstLastPara="1" rIns="438900" wrap="square" tIns="21945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3"/>
          <p:cNvSpPr txBox="1"/>
          <p:nvPr>
            <p:ph idx="1" type="body"/>
          </p:nvPr>
        </p:nvSpPr>
        <p:spPr>
          <a:xfrm>
            <a:off x="1873172" y="4915803"/>
            <a:ext cx="33717069" cy="13903717"/>
          </a:xfrm>
          <a:prstGeom prst="rect">
            <a:avLst/>
          </a:prstGeom>
          <a:noFill/>
          <a:ln>
            <a:noFill/>
          </a:ln>
        </p:spPr>
        <p:txBody>
          <a:bodyPr anchorCtr="0" anchor="t" bIns="219450" lIns="438900" spcFirstLastPara="1" rIns="438900" wrap="square" tIns="21945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 name="Google Shape;15;p3"/>
          <p:cNvSpPr txBox="1"/>
          <p:nvPr>
            <p:ph idx="10" type="dt"/>
          </p:nvPr>
        </p:nvSpPr>
        <p:spPr>
          <a:xfrm>
            <a:off x="1873171" y="19526650"/>
            <a:ext cx="8741463" cy="1121661"/>
          </a:xfrm>
          <a:prstGeom prst="rect">
            <a:avLst/>
          </a:prstGeom>
          <a:noFill/>
          <a:ln>
            <a:noFill/>
          </a:ln>
        </p:spPr>
        <p:txBody>
          <a:bodyPr anchorCtr="0" anchor="ctr" bIns="219450" lIns="438900" spcFirstLastPara="1" rIns="438900" wrap="square" tIns="21945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3"/>
          <p:cNvSpPr txBox="1"/>
          <p:nvPr>
            <p:ph idx="11" type="ftr"/>
          </p:nvPr>
        </p:nvSpPr>
        <p:spPr>
          <a:xfrm>
            <a:off x="12800001" y="19526650"/>
            <a:ext cx="11863414" cy="1121661"/>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3"/>
          <p:cNvSpPr txBox="1"/>
          <p:nvPr>
            <p:ph idx="12" type="sldNum"/>
          </p:nvPr>
        </p:nvSpPr>
        <p:spPr>
          <a:xfrm>
            <a:off x="26848780" y="19526650"/>
            <a:ext cx="8741463" cy="1121661"/>
          </a:xfrm>
          <a:prstGeom prst="rect">
            <a:avLst/>
          </a:prstGeom>
          <a:noFill/>
          <a:ln>
            <a:noFill/>
          </a:ln>
        </p:spPr>
        <p:txBody>
          <a:bodyPr anchorCtr="0" anchor="ctr" bIns="219450" lIns="438900" spcFirstLastPara="1" rIns="438900" wrap="square" tIns="219450">
            <a:noAutofit/>
          </a:bodyPr>
          <a:lstStyle>
            <a:lvl1pPr indent="0" lvl="0"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4"/>
          <p:cNvSpPr txBox="1"/>
          <p:nvPr>
            <p:ph type="title"/>
          </p:nvPr>
        </p:nvSpPr>
        <p:spPr>
          <a:xfrm>
            <a:off x="2959353" y="13537958"/>
            <a:ext cx="31843903" cy="4184282"/>
          </a:xfrm>
          <a:prstGeom prst="rect">
            <a:avLst/>
          </a:prstGeom>
          <a:noFill/>
          <a:ln>
            <a:noFill/>
          </a:ln>
        </p:spPr>
        <p:txBody>
          <a:bodyPr anchorCtr="0" anchor="t" bIns="219450" lIns="438900" spcFirstLastPara="1" rIns="438900" wrap="square" tIns="219450">
            <a:normAutofit/>
          </a:bodyPr>
          <a:lstStyle>
            <a:lvl1pPr lvl="0" algn="l">
              <a:lnSpc>
                <a:spcPct val="100000"/>
              </a:lnSpc>
              <a:spcBef>
                <a:spcPts val="0"/>
              </a:spcBef>
              <a:spcAft>
                <a:spcPts val="0"/>
              </a:spcAft>
              <a:buClr>
                <a:schemeClr val="dk1"/>
              </a:buClr>
              <a:buSzPts val="14569"/>
              <a:buFont typeface="Calibri"/>
              <a:buNone/>
              <a:defRPr b="1" sz="14569"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
          <p:cNvSpPr txBox="1"/>
          <p:nvPr>
            <p:ph idx="1" type="body"/>
          </p:nvPr>
        </p:nvSpPr>
        <p:spPr>
          <a:xfrm>
            <a:off x="2959353" y="8929399"/>
            <a:ext cx="31843903" cy="4608560"/>
          </a:xfrm>
          <a:prstGeom prst="rect">
            <a:avLst/>
          </a:prstGeom>
          <a:noFill/>
          <a:ln>
            <a:noFill/>
          </a:ln>
        </p:spPr>
        <p:txBody>
          <a:bodyPr anchorCtr="0" anchor="b" bIns="219450" lIns="438900" spcFirstLastPara="1" rIns="438900" wrap="square" tIns="219450">
            <a:normAutofit/>
          </a:bodyPr>
          <a:lstStyle>
            <a:lvl1pPr indent="-228600" lvl="0" marL="457200" algn="l">
              <a:lnSpc>
                <a:spcPct val="100000"/>
              </a:lnSpc>
              <a:spcBef>
                <a:spcPts val="1472"/>
              </a:spcBef>
              <a:spcAft>
                <a:spcPts val="0"/>
              </a:spcAft>
              <a:buClr>
                <a:srgbClr val="888888"/>
              </a:buClr>
              <a:buSzPts val="7360"/>
              <a:buNone/>
              <a:defRPr sz="7360">
                <a:solidFill>
                  <a:srgbClr val="888888"/>
                </a:solidFill>
              </a:defRPr>
            </a:lvl1pPr>
            <a:lvl2pPr indent="-228600" lvl="1" marL="914400" algn="l">
              <a:lnSpc>
                <a:spcPct val="100000"/>
              </a:lnSpc>
              <a:spcBef>
                <a:spcPts val="1320"/>
              </a:spcBef>
              <a:spcAft>
                <a:spcPts val="0"/>
              </a:spcAft>
              <a:buClr>
                <a:srgbClr val="888888"/>
              </a:buClr>
              <a:buSzPts val="6601"/>
              <a:buNone/>
              <a:defRPr sz="6601">
                <a:solidFill>
                  <a:srgbClr val="888888"/>
                </a:solidFill>
              </a:defRPr>
            </a:lvl2pPr>
            <a:lvl3pPr indent="-228600" lvl="2" marL="1371600" algn="l">
              <a:lnSpc>
                <a:spcPct val="100000"/>
              </a:lnSpc>
              <a:spcBef>
                <a:spcPts val="1169"/>
              </a:spcBef>
              <a:spcAft>
                <a:spcPts val="0"/>
              </a:spcAft>
              <a:buClr>
                <a:srgbClr val="888888"/>
              </a:buClr>
              <a:buSzPts val="5843"/>
              <a:buNone/>
              <a:defRPr sz="5843">
                <a:solidFill>
                  <a:srgbClr val="888888"/>
                </a:solidFill>
              </a:defRPr>
            </a:lvl3pPr>
            <a:lvl4pPr indent="-228600" lvl="3" marL="1828800" algn="l">
              <a:lnSpc>
                <a:spcPct val="100000"/>
              </a:lnSpc>
              <a:spcBef>
                <a:spcPts val="1017"/>
              </a:spcBef>
              <a:spcAft>
                <a:spcPts val="0"/>
              </a:spcAft>
              <a:buClr>
                <a:srgbClr val="888888"/>
              </a:buClr>
              <a:buSzPts val="5084"/>
              <a:buNone/>
              <a:defRPr sz="5084">
                <a:solidFill>
                  <a:srgbClr val="888888"/>
                </a:solidFill>
              </a:defRPr>
            </a:lvl4pPr>
            <a:lvl5pPr indent="-228600" lvl="4" marL="2286000" algn="l">
              <a:lnSpc>
                <a:spcPct val="100000"/>
              </a:lnSpc>
              <a:spcBef>
                <a:spcPts val="1017"/>
              </a:spcBef>
              <a:spcAft>
                <a:spcPts val="0"/>
              </a:spcAft>
              <a:buClr>
                <a:srgbClr val="888888"/>
              </a:buClr>
              <a:buSzPts val="5084"/>
              <a:buNone/>
              <a:defRPr sz="5084">
                <a:solidFill>
                  <a:srgbClr val="888888"/>
                </a:solidFill>
              </a:defRPr>
            </a:lvl5pPr>
            <a:lvl6pPr indent="-228600" lvl="5" marL="2743200" algn="l">
              <a:lnSpc>
                <a:spcPct val="100000"/>
              </a:lnSpc>
              <a:spcBef>
                <a:spcPts val="1017"/>
              </a:spcBef>
              <a:spcAft>
                <a:spcPts val="0"/>
              </a:spcAft>
              <a:buClr>
                <a:srgbClr val="888888"/>
              </a:buClr>
              <a:buSzPts val="5084"/>
              <a:buNone/>
              <a:defRPr sz="5084">
                <a:solidFill>
                  <a:srgbClr val="888888"/>
                </a:solidFill>
              </a:defRPr>
            </a:lvl6pPr>
            <a:lvl7pPr indent="-228600" lvl="6" marL="3200400" algn="l">
              <a:lnSpc>
                <a:spcPct val="100000"/>
              </a:lnSpc>
              <a:spcBef>
                <a:spcPts val="1017"/>
              </a:spcBef>
              <a:spcAft>
                <a:spcPts val="0"/>
              </a:spcAft>
              <a:buClr>
                <a:srgbClr val="888888"/>
              </a:buClr>
              <a:buSzPts val="5084"/>
              <a:buNone/>
              <a:defRPr sz="5084">
                <a:solidFill>
                  <a:srgbClr val="888888"/>
                </a:solidFill>
              </a:defRPr>
            </a:lvl7pPr>
            <a:lvl8pPr indent="-228600" lvl="7" marL="3657600" algn="l">
              <a:lnSpc>
                <a:spcPct val="100000"/>
              </a:lnSpc>
              <a:spcBef>
                <a:spcPts val="1017"/>
              </a:spcBef>
              <a:spcAft>
                <a:spcPts val="0"/>
              </a:spcAft>
              <a:buClr>
                <a:srgbClr val="888888"/>
              </a:buClr>
              <a:buSzPts val="5084"/>
              <a:buNone/>
              <a:defRPr sz="5084">
                <a:solidFill>
                  <a:srgbClr val="888888"/>
                </a:solidFill>
              </a:defRPr>
            </a:lvl8pPr>
            <a:lvl9pPr indent="-228600" lvl="8" marL="4114800" algn="l">
              <a:lnSpc>
                <a:spcPct val="100000"/>
              </a:lnSpc>
              <a:spcBef>
                <a:spcPts val="1017"/>
              </a:spcBef>
              <a:spcAft>
                <a:spcPts val="0"/>
              </a:spcAft>
              <a:buClr>
                <a:srgbClr val="888888"/>
              </a:buClr>
              <a:buSzPts val="5084"/>
              <a:buNone/>
              <a:defRPr sz="5084">
                <a:solidFill>
                  <a:srgbClr val="888888"/>
                </a:solidFill>
              </a:defRPr>
            </a:lvl9pPr>
          </a:lstStyle>
          <a:p/>
        </p:txBody>
      </p:sp>
      <p:sp>
        <p:nvSpPr>
          <p:cNvPr id="21" name="Google Shape;21;p4"/>
          <p:cNvSpPr txBox="1"/>
          <p:nvPr>
            <p:ph idx="10" type="dt"/>
          </p:nvPr>
        </p:nvSpPr>
        <p:spPr>
          <a:xfrm>
            <a:off x="1873171" y="19526650"/>
            <a:ext cx="8741463" cy="1121661"/>
          </a:xfrm>
          <a:prstGeom prst="rect">
            <a:avLst/>
          </a:prstGeom>
          <a:noFill/>
          <a:ln>
            <a:noFill/>
          </a:ln>
        </p:spPr>
        <p:txBody>
          <a:bodyPr anchorCtr="0" anchor="ctr" bIns="219450" lIns="438900" spcFirstLastPara="1" rIns="438900" wrap="square" tIns="21945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4"/>
          <p:cNvSpPr txBox="1"/>
          <p:nvPr>
            <p:ph idx="11" type="ftr"/>
          </p:nvPr>
        </p:nvSpPr>
        <p:spPr>
          <a:xfrm>
            <a:off x="12800001" y="19526650"/>
            <a:ext cx="11863414" cy="1121661"/>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4"/>
          <p:cNvSpPr txBox="1"/>
          <p:nvPr>
            <p:ph idx="12" type="sldNum"/>
          </p:nvPr>
        </p:nvSpPr>
        <p:spPr>
          <a:xfrm>
            <a:off x="26848780" y="19526650"/>
            <a:ext cx="8741463" cy="1121661"/>
          </a:xfrm>
          <a:prstGeom prst="rect">
            <a:avLst/>
          </a:prstGeom>
          <a:noFill/>
          <a:ln>
            <a:noFill/>
          </a:ln>
        </p:spPr>
        <p:txBody>
          <a:bodyPr anchorCtr="0" anchor="ctr" bIns="219450" lIns="438900" spcFirstLastPara="1" rIns="438900" wrap="square" tIns="219450">
            <a:noAutofit/>
          </a:bodyPr>
          <a:lstStyle>
            <a:lvl1pPr indent="0" lvl="0"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4" name="Shape 24"/>
        <p:cNvGrpSpPr/>
        <p:nvPr/>
      </p:nvGrpSpPr>
      <p:grpSpPr>
        <a:xfrm>
          <a:off x="0" y="0"/>
          <a:ext cx="0" cy="0"/>
          <a:chOff x="0" y="0"/>
          <a:chExt cx="0" cy="0"/>
        </a:xfrm>
      </p:grpSpPr>
      <p:sp>
        <p:nvSpPr>
          <p:cNvPr id="25" name="Google Shape;25;p5"/>
          <p:cNvSpPr txBox="1"/>
          <p:nvPr>
            <p:ph type="title"/>
          </p:nvPr>
        </p:nvSpPr>
        <p:spPr>
          <a:xfrm>
            <a:off x="1873172" y="843686"/>
            <a:ext cx="33717069" cy="3511286"/>
          </a:xfrm>
          <a:prstGeom prst="rect">
            <a:avLst/>
          </a:prstGeom>
          <a:noFill/>
          <a:ln>
            <a:noFill/>
          </a:ln>
        </p:spPr>
        <p:txBody>
          <a:bodyPr anchorCtr="0" anchor="ctr" bIns="219450" lIns="438900" spcFirstLastPara="1" rIns="438900" wrap="square" tIns="21945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
          <p:cNvSpPr txBox="1"/>
          <p:nvPr>
            <p:ph idx="1" type="body"/>
          </p:nvPr>
        </p:nvSpPr>
        <p:spPr>
          <a:xfrm>
            <a:off x="6744719" y="15732513"/>
            <a:ext cx="60377234" cy="44490915"/>
          </a:xfrm>
          <a:prstGeom prst="rect">
            <a:avLst/>
          </a:prstGeom>
          <a:noFill/>
          <a:ln>
            <a:noFill/>
          </a:ln>
        </p:spPr>
        <p:txBody>
          <a:bodyPr anchorCtr="0" anchor="t" bIns="219450" lIns="438900" spcFirstLastPara="1" rIns="438900" wrap="square" tIns="219450">
            <a:normAutofit/>
          </a:bodyPr>
          <a:lstStyle>
            <a:lvl1pPr indent="-874267" lvl="0" marL="457200" algn="l">
              <a:lnSpc>
                <a:spcPct val="100000"/>
              </a:lnSpc>
              <a:spcBef>
                <a:spcPts val="2034"/>
              </a:spcBef>
              <a:spcAft>
                <a:spcPts val="0"/>
              </a:spcAft>
              <a:buClr>
                <a:schemeClr val="dk1"/>
              </a:buClr>
              <a:buSzPts val="10168"/>
              <a:buChar char="•"/>
              <a:defRPr sz="10168"/>
            </a:lvl1pPr>
            <a:lvl2pPr indent="-782701" lvl="1" marL="914400" algn="l">
              <a:lnSpc>
                <a:spcPct val="100000"/>
              </a:lnSpc>
              <a:spcBef>
                <a:spcPts val="1745"/>
              </a:spcBef>
              <a:spcAft>
                <a:spcPts val="0"/>
              </a:spcAft>
              <a:buClr>
                <a:schemeClr val="dk1"/>
              </a:buClr>
              <a:buSzPts val="8726"/>
              <a:buChar char="–"/>
              <a:defRPr sz="8726"/>
            </a:lvl2pPr>
            <a:lvl3pPr indent="-695960" lvl="2" marL="1371600" algn="l">
              <a:lnSpc>
                <a:spcPct val="100000"/>
              </a:lnSpc>
              <a:spcBef>
                <a:spcPts val="1472"/>
              </a:spcBef>
              <a:spcAft>
                <a:spcPts val="0"/>
              </a:spcAft>
              <a:buClr>
                <a:schemeClr val="dk1"/>
              </a:buClr>
              <a:buSzPts val="7360"/>
              <a:buChar char="•"/>
              <a:defRPr sz="7360"/>
            </a:lvl3pPr>
            <a:lvl4pPr indent="-647763" lvl="3" marL="1828800" algn="l">
              <a:lnSpc>
                <a:spcPct val="100000"/>
              </a:lnSpc>
              <a:spcBef>
                <a:spcPts val="1320"/>
              </a:spcBef>
              <a:spcAft>
                <a:spcPts val="0"/>
              </a:spcAft>
              <a:buClr>
                <a:schemeClr val="dk1"/>
              </a:buClr>
              <a:buSzPts val="6601"/>
              <a:buChar char="–"/>
              <a:defRPr sz="6601"/>
            </a:lvl4pPr>
            <a:lvl5pPr indent="-647763" lvl="4" marL="2286000" algn="l">
              <a:lnSpc>
                <a:spcPct val="100000"/>
              </a:lnSpc>
              <a:spcBef>
                <a:spcPts val="1320"/>
              </a:spcBef>
              <a:spcAft>
                <a:spcPts val="0"/>
              </a:spcAft>
              <a:buClr>
                <a:schemeClr val="dk1"/>
              </a:buClr>
              <a:buSzPts val="6601"/>
              <a:buChar char="»"/>
              <a:defRPr sz="6601"/>
            </a:lvl5pPr>
            <a:lvl6pPr indent="-647763" lvl="5" marL="2743200" algn="l">
              <a:lnSpc>
                <a:spcPct val="100000"/>
              </a:lnSpc>
              <a:spcBef>
                <a:spcPts val="1320"/>
              </a:spcBef>
              <a:spcAft>
                <a:spcPts val="0"/>
              </a:spcAft>
              <a:buClr>
                <a:schemeClr val="dk1"/>
              </a:buClr>
              <a:buSzPts val="6601"/>
              <a:buChar char="•"/>
              <a:defRPr sz="6601"/>
            </a:lvl6pPr>
            <a:lvl7pPr indent="-647763" lvl="6" marL="3200400" algn="l">
              <a:lnSpc>
                <a:spcPct val="100000"/>
              </a:lnSpc>
              <a:spcBef>
                <a:spcPts val="1320"/>
              </a:spcBef>
              <a:spcAft>
                <a:spcPts val="0"/>
              </a:spcAft>
              <a:buClr>
                <a:schemeClr val="dk1"/>
              </a:buClr>
              <a:buSzPts val="6601"/>
              <a:buChar char="•"/>
              <a:defRPr sz="6601"/>
            </a:lvl7pPr>
            <a:lvl8pPr indent="-647763" lvl="7" marL="3657600" algn="l">
              <a:lnSpc>
                <a:spcPct val="100000"/>
              </a:lnSpc>
              <a:spcBef>
                <a:spcPts val="1320"/>
              </a:spcBef>
              <a:spcAft>
                <a:spcPts val="0"/>
              </a:spcAft>
              <a:buClr>
                <a:schemeClr val="dk1"/>
              </a:buClr>
              <a:buSzPts val="6601"/>
              <a:buChar char="•"/>
              <a:defRPr sz="6601"/>
            </a:lvl8pPr>
            <a:lvl9pPr indent="-647763" lvl="8" marL="4114800" algn="l">
              <a:lnSpc>
                <a:spcPct val="100000"/>
              </a:lnSpc>
              <a:spcBef>
                <a:spcPts val="1320"/>
              </a:spcBef>
              <a:spcAft>
                <a:spcPts val="0"/>
              </a:spcAft>
              <a:buClr>
                <a:schemeClr val="dk1"/>
              </a:buClr>
              <a:buSzPts val="6601"/>
              <a:buChar char="•"/>
              <a:defRPr sz="6601"/>
            </a:lvl9pPr>
          </a:lstStyle>
          <a:p/>
        </p:txBody>
      </p:sp>
      <p:sp>
        <p:nvSpPr>
          <p:cNvPr id="27" name="Google Shape;27;p5"/>
          <p:cNvSpPr txBox="1"/>
          <p:nvPr>
            <p:ph idx="2" type="body"/>
          </p:nvPr>
        </p:nvSpPr>
        <p:spPr>
          <a:xfrm>
            <a:off x="67746341" y="15732513"/>
            <a:ext cx="60377234" cy="44490915"/>
          </a:xfrm>
          <a:prstGeom prst="rect">
            <a:avLst/>
          </a:prstGeom>
          <a:noFill/>
          <a:ln>
            <a:noFill/>
          </a:ln>
        </p:spPr>
        <p:txBody>
          <a:bodyPr anchorCtr="0" anchor="t" bIns="219450" lIns="438900" spcFirstLastPara="1" rIns="438900" wrap="square" tIns="219450">
            <a:normAutofit/>
          </a:bodyPr>
          <a:lstStyle>
            <a:lvl1pPr indent="-874267" lvl="0" marL="457200" algn="l">
              <a:lnSpc>
                <a:spcPct val="100000"/>
              </a:lnSpc>
              <a:spcBef>
                <a:spcPts val="2034"/>
              </a:spcBef>
              <a:spcAft>
                <a:spcPts val="0"/>
              </a:spcAft>
              <a:buClr>
                <a:schemeClr val="dk1"/>
              </a:buClr>
              <a:buSzPts val="10168"/>
              <a:buChar char="•"/>
              <a:defRPr sz="10168"/>
            </a:lvl1pPr>
            <a:lvl2pPr indent="-782701" lvl="1" marL="914400" algn="l">
              <a:lnSpc>
                <a:spcPct val="100000"/>
              </a:lnSpc>
              <a:spcBef>
                <a:spcPts val="1745"/>
              </a:spcBef>
              <a:spcAft>
                <a:spcPts val="0"/>
              </a:spcAft>
              <a:buClr>
                <a:schemeClr val="dk1"/>
              </a:buClr>
              <a:buSzPts val="8726"/>
              <a:buChar char="–"/>
              <a:defRPr sz="8726"/>
            </a:lvl2pPr>
            <a:lvl3pPr indent="-695960" lvl="2" marL="1371600" algn="l">
              <a:lnSpc>
                <a:spcPct val="100000"/>
              </a:lnSpc>
              <a:spcBef>
                <a:spcPts val="1472"/>
              </a:spcBef>
              <a:spcAft>
                <a:spcPts val="0"/>
              </a:spcAft>
              <a:buClr>
                <a:schemeClr val="dk1"/>
              </a:buClr>
              <a:buSzPts val="7360"/>
              <a:buChar char="•"/>
              <a:defRPr sz="7360"/>
            </a:lvl3pPr>
            <a:lvl4pPr indent="-647763" lvl="3" marL="1828800" algn="l">
              <a:lnSpc>
                <a:spcPct val="100000"/>
              </a:lnSpc>
              <a:spcBef>
                <a:spcPts val="1320"/>
              </a:spcBef>
              <a:spcAft>
                <a:spcPts val="0"/>
              </a:spcAft>
              <a:buClr>
                <a:schemeClr val="dk1"/>
              </a:buClr>
              <a:buSzPts val="6601"/>
              <a:buChar char="–"/>
              <a:defRPr sz="6601"/>
            </a:lvl4pPr>
            <a:lvl5pPr indent="-647763" lvl="4" marL="2286000" algn="l">
              <a:lnSpc>
                <a:spcPct val="100000"/>
              </a:lnSpc>
              <a:spcBef>
                <a:spcPts val="1320"/>
              </a:spcBef>
              <a:spcAft>
                <a:spcPts val="0"/>
              </a:spcAft>
              <a:buClr>
                <a:schemeClr val="dk1"/>
              </a:buClr>
              <a:buSzPts val="6601"/>
              <a:buChar char="»"/>
              <a:defRPr sz="6601"/>
            </a:lvl5pPr>
            <a:lvl6pPr indent="-647763" lvl="5" marL="2743200" algn="l">
              <a:lnSpc>
                <a:spcPct val="100000"/>
              </a:lnSpc>
              <a:spcBef>
                <a:spcPts val="1320"/>
              </a:spcBef>
              <a:spcAft>
                <a:spcPts val="0"/>
              </a:spcAft>
              <a:buClr>
                <a:schemeClr val="dk1"/>
              </a:buClr>
              <a:buSzPts val="6601"/>
              <a:buChar char="•"/>
              <a:defRPr sz="6601"/>
            </a:lvl6pPr>
            <a:lvl7pPr indent="-647763" lvl="6" marL="3200400" algn="l">
              <a:lnSpc>
                <a:spcPct val="100000"/>
              </a:lnSpc>
              <a:spcBef>
                <a:spcPts val="1320"/>
              </a:spcBef>
              <a:spcAft>
                <a:spcPts val="0"/>
              </a:spcAft>
              <a:buClr>
                <a:schemeClr val="dk1"/>
              </a:buClr>
              <a:buSzPts val="6601"/>
              <a:buChar char="•"/>
              <a:defRPr sz="6601"/>
            </a:lvl7pPr>
            <a:lvl8pPr indent="-647763" lvl="7" marL="3657600" algn="l">
              <a:lnSpc>
                <a:spcPct val="100000"/>
              </a:lnSpc>
              <a:spcBef>
                <a:spcPts val="1320"/>
              </a:spcBef>
              <a:spcAft>
                <a:spcPts val="0"/>
              </a:spcAft>
              <a:buClr>
                <a:schemeClr val="dk1"/>
              </a:buClr>
              <a:buSzPts val="6601"/>
              <a:buChar char="•"/>
              <a:defRPr sz="6601"/>
            </a:lvl8pPr>
            <a:lvl9pPr indent="-647763" lvl="8" marL="4114800" algn="l">
              <a:lnSpc>
                <a:spcPct val="100000"/>
              </a:lnSpc>
              <a:spcBef>
                <a:spcPts val="1320"/>
              </a:spcBef>
              <a:spcAft>
                <a:spcPts val="0"/>
              </a:spcAft>
              <a:buClr>
                <a:schemeClr val="dk1"/>
              </a:buClr>
              <a:buSzPts val="6601"/>
              <a:buChar char="•"/>
              <a:defRPr sz="6601"/>
            </a:lvl9pPr>
          </a:lstStyle>
          <a:p/>
        </p:txBody>
      </p:sp>
      <p:sp>
        <p:nvSpPr>
          <p:cNvPr id="28" name="Google Shape;28;p5"/>
          <p:cNvSpPr txBox="1"/>
          <p:nvPr>
            <p:ph idx="10" type="dt"/>
          </p:nvPr>
        </p:nvSpPr>
        <p:spPr>
          <a:xfrm>
            <a:off x="1873171" y="19526650"/>
            <a:ext cx="8741463" cy="1121661"/>
          </a:xfrm>
          <a:prstGeom prst="rect">
            <a:avLst/>
          </a:prstGeom>
          <a:noFill/>
          <a:ln>
            <a:noFill/>
          </a:ln>
        </p:spPr>
        <p:txBody>
          <a:bodyPr anchorCtr="0" anchor="ctr" bIns="219450" lIns="438900" spcFirstLastPara="1" rIns="438900" wrap="square" tIns="21945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1" type="ftr"/>
          </p:nvPr>
        </p:nvSpPr>
        <p:spPr>
          <a:xfrm>
            <a:off x="12800001" y="19526650"/>
            <a:ext cx="11863414" cy="1121661"/>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5"/>
          <p:cNvSpPr txBox="1"/>
          <p:nvPr>
            <p:ph idx="12" type="sldNum"/>
          </p:nvPr>
        </p:nvSpPr>
        <p:spPr>
          <a:xfrm>
            <a:off x="26848780" y="19526650"/>
            <a:ext cx="8741463" cy="1121661"/>
          </a:xfrm>
          <a:prstGeom prst="rect">
            <a:avLst/>
          </a:prstGeom>
          <a:noFill/>
          <a:ln>
            <a:noFill/>
          </a:ln>
        </p:spPr>
        <p:txBody>
          <a:bodyPr anchorCtr="0" anchor="ctr" bIns="219450" lIns="438900" spcFirstLastPara="1" rIns="438900" wrap="square" tIns="219450">
            <a:noAutofit/>
          </a:bodyPr>
          <a:lstStyle>
            <a:lvl1pPr indent="0" lvl="0"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1" name="Shape 31"/>
        <p:cNvGrpSpPr/>
        <p:nvPr/>
      </p:nvGrpSpPr>
      <p:grpSpPr>
        <a:xfrm>
          <a:off x="0" y="0"/>
          <a:ext cx="0" cy="0"/>
          <a:chOff x="0" y="0"/>
          <a:chExt cx="0" cy="0"/>
        </a:xfrm>
      </p:grpSpPr>
      <p:sp>
        <p:nvSpPr>
          <p:cNvPr id="32" name="Google Shape;32;p6"/>
          <p:cNvSpPr txBox="1"/>
          <p:nvPr>
            <p:ph type="title"/>
          </p:nvPr>
        </p:nvSpPr>
        <p:spPr>
          <a:xfrm>
            <a:off x="1873172" y="843686"/>
            <a:ext cx="33717069" cy="3511286"/>
          </a:xfrm>
          <a:prstGeom prst="rect">
            <a:avLst/>
          </a:prstGeom>
          <a:noFill/>
          <a:ln>
            <a:noFill/>
          </a:ln>
        </p:spPr>
        <p:txBody>
          <a:bodyPr anchorCtr="0" anchor="ctr" bIns="219450" lIns="438900" spcFirstLastPara="1" rIns="438900" wrap="square" tIns="219450">
            <a:normAutofit/>
          </a:bodyPr>
          <a:lstStyle>
            <a:lvl1pPr lvl="0" algn="ctr">
              <a:lnSpc>
                <a:spcPct val="100000"/>
              </a:lnSpc>
              <a:spcBef>
                <a:spcPts val="0"/>
              </a:spcBef>
              <a:spcAft>
                <a:spcPts val="0"/>
              </a:spcAft>
              <a:buClr>
                <a:schemeClr val="dk1"/>
              </a:buClr>
              <a:buSzPts val="1601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6"/>
          <p:cNvSpPr txBox="1"/>
          <p:nvPr>
            <p:ph idx="1" type="body"/>
          </p:nvPr>
        </p:nvSpPr>
        <p:spPr>
          <a:xfrm>
            <a:off x="1873174" y="4715855"/>
            <a:ext cx="16552847" cy="1965343"/>
          </a:xfrm>
          <a:prstGeom prst="rect">
            <a:avLst/>
          </a:prstGeom>
          <a:noFill/>
          <a:ln>
            <a:noFill/>
          </a:ln>
        </p:spPr>
        <p:txBody>
          <a:bodyPr anchorCtr="0" anchor="b" bIns="219450" lIns="438900" spcFirstLastPara="1" rIns="438900" wrap="square" tIns="219450">
            <a:normAutofit/>
          </a:bodyPr>
          <a:lstStyle>
            <a:lvl1pPr indent="-228600" lvl="0" marL="457200" algn="l">
              <a:lnSpc>
                <a:spcPct val="100000"/>
              </a:lnSpc>
              <a:spcBef>
                <a:spcPts val="1745"/>
              </a:spcBef>
              <a:spcAft>
                <a:spcPts val="0"/>
              </a:spcAft>
              <a:buClr>
                <a:schemeClr val="dk1"/>
              </a:buClr>
              <a:buSzPts val="8726"/>
              <a:buNone/>
              <a:defRPr b="1" sz="8726"/>
            </a:lvl1pPr>
            <a:lvl2pPr indent="-228600" lvl="1" marL="914400" algn="l">
              <a:lnSpc>
                <a:spcPct val="100000"/>
              </a:lnSpc>
              <a:spcBef>
                <a:spcPts val="1472"/>
              </a:spcBef>
              <a:spcAft>
                <a:spcPts val="0"/>
              </a:spcAft>
              <a:buClr>
                <a:schemeClr val="dk1"/>
              </a:buClr>
              <a:buSzPts val="7360"/>
              <a:buNone/>
              <a:defRPr b="1" sz="7360"/>
            </a:lvl2pPr>
            <a:lvl3pPr indent="-228600" lvl="2" marL="1371600" algn="l">
              <a:lnSpc>
                <a:spcPct val="100000"/>
              </a:lnSpc>
              <a:spcBef>
                <a:spcPts val="1320"/>
              </a:spcBef>
              <a:spcAft>
                <a:spcPts val="0"/>
              </a:spcAft>
              <a:buClr>
                <a:schemeClr val="dk1"/>
              </a:buClr>
              <a:buSzPts val="6601"/>
              <a:buNone/>
              <a:defRPr b="1" sz="6601"/>
            </a:lvl3pPr>
            <a:lvl4pPr indent="-228600" lvl="3" marL="1828800" algn="l">
              <a:lnSpc>
                <a:spcPct val="100000"/>
              </a:lnSpc>
              <a:spcBef>
                <a:spcPts val="1169"/>
              </a:spcBef>
              <a:spcAft>
                <a:spcPts val="0"/>
              </a:spcAft>
              <a:buClr>
                <a:schemeClr val="dk1"/>
              </a:buClr>
              <a:buSzPts val="5843"/>
              <a:buNone/>
              <a:defRPr b="1" sz="5843"/>
            </a:lvl4pPr>
            <a:lvl5pPr indent="-228600" lvl="4" marL="2286000" algn="l">
              <a:lnSpc>
                <a:spcPct val="100000"/>
              </a:lnSpc>
              <a:spcBef>
                <a:spcPts val="1169"/>
              </a:spcBef>
              <a:spcAft>
                <a:spcPts val="0"/>
              </a:spcAft>
              <a:buClr>
                <a:schemeClr val="dk1"/>
              </a:buClr>
              <a:buSzPts val="5843"/>
              <a:buNone/>
              <a:defRPr b="1" sz="5843"/>
            </a:lvl5pPr>
            <a:lvl6pPr indent="-228600" lvl="5" marL="2743200" algn="l">
              <a:lnSpc>
                <a:spcPct val="100000"/>
              </a:lnSpc>
              <a:spcBef>
                <a:spcPts val="1169"/>
              </a:spcBef>
              <a:spcAft>
                <a:spcPts val="0"/>
              </a:spcAft>
              <a:buClr>
                <a:schemeClr val="dk1"/>
              </a:buClr>
              <a:buSzPts val="5843"/>
              <a:buNone/>
              <a:defRPr b="1" sz="5843"/>
            </a:lvl6pPr>
            <a:lvl7pPr indent="-228600" lvl="6" marL="3200400" algn="l">
              <a:lnSpc>
                <a:spcPct val="100000"/>
              </a:lnSpc>
              <a:spcBef>
                <a:spcPts val="1169"/>
              </a:spcBef>
              <a:spcAft>
                <a:spcPts val="0"/>
              </a:spcAft>
              <a:buClr>
                <a:schemeClr val="dk1"/>
              </a:buClr>
              <a:buSzPts val="5843"/>
              <a:buNone/>
              <a:defRPr b="1" sz="5843"/>
            </a:lvl7pPr>
            <a:lvl8pPr indent="-228600" lvl="7" marL="3657600" algn="l">
              <a:lnSpc>
                <a:spcPct val="100000"/>
              </a:lnSpc>
              <a:spcBef>
                <a:spcPts val="1169"/>
              </a:spcBef>
              <a:spcAft>
                <a:spcPts val="0"/>
              </a:spcAft>
              <a:buClr>
                <a:schemeClr val="dk1"/>
              </a:buClr>
              <a:buSzPts val="5843"/>
              <a:buNone/>
              <a:defRPr b="1" sz="5843"/>
            </a:lvl8pPr>
            <a:lvl9pPr indent="-228600" lvl="8" marL="4114800" algn="l">
              <a:lnSpc>
                <a:spcPct val="100000"/>
              </a:lnSpc>
              <a:spcBef>
                <a:spcPts val="1169"/>
              </a:spcBef>
              <a:spcAft>
                <a:spcPts val="0"/>
              </a:spcAft>
              <a:buClr>
                <a:schemeClr val="dk1"/>
              </a:buClr>
              <a:buSzPts val="5843"/>
              <a:buNone/>
              <a:defRPr b="1" sz="5843"/>
            </a:lvl9pPr>
          </a:lstStyle>
          <a:p/>
        </p:txBody>
      </p:sp>
      <p:sp>
        <p:nvSpPr>
          <p:cNvPr id="34" name="Google Shape;34;p6"/>
          <p:cNvSpPr txBox="1"/>
          <p:nvPr>
            <p:ph idx="2" type="body"/>
          </p:nvPr>
        </p:nvSpPr>
        <p:spPr>
          <a:xfrm>
            <a:off x="1873174" y="6681198"/>
            <a:ext cx="16552847" cy="12138321"/>
          </a:xfrm>
          <a:prstGeom prst="rect">
            <a:avLst/>
          </a:prstGeom>
          <a:noFill/>
          <a:ln>
            <a:noFill/>
          </a:ln>
        </p:spPr>
        <p:txBody>
          <a:bodyPr anchorCtr="0" anchor="t" bIns="219450" lIns="438900" spcFirstLastPara="1" rIns="438900" wrap="square" tIns="219450">
            <a:normAutofit/>
          </a:bodyPr>
          <a:lstStyle>
            <a:lvl1pPr indent="-782701" lvl="0" marL="457200" algn="l">
              <a:lnSpc>
                <a:spcPct val="100000"/>
              </a:lnSpc>
              <a:spcBef>
                <a:spcPts val="1745"/>
              </a:spcBef>
              <a:spcAft>
                <a:spcPts val="0"/>
              </a:spcAft>
              <a:buClr>
                <a:schemeClr val="dk1"/>
              </a:buClr>
              <a:buSzPts val="8726"/>
              <a:buChar char="•"/>
              <a:defRPr sz="8726"/>
            </a:lvl1pPr>
            <a:lvl2pPr indent="-695960" lvl="1" marL="914400" algn="l">
              <a:lnSpc>
                <a:spcPct val="100000"/>
              </a:lnSpc>
              <a:spcBef>
                <a:spcPts val="1472"/>
              </a:spcBef>
              <a:spcAft>
                <a:spcPts val="0"/>
              </a:spcAft>
              <a:buClr>
                <a:schemeClr val="dk1"/>
              </a:buClr>
              <a:buSzPts val="7360"/>
              <a:buChar char="–"/>
              <a:defRPr sz="7360"/>
            </a:lvl2pPr>
            <a:lvl3pPr indent="-647763" lvl="2" marL="1371600" algn="l">
              <a:lnSpc>
                <a:spcPct val="100000"/>
              </a:lnSpc>
              <a:spcBef>
                <a:spcPts val="1320"/>
              </a:spcBef>
              <a:spcAft>
                <a:spcPts val="0"/>
              </a:spcAft>
              <a:buClr>
                <a:schemeClr val="dk1"/>
              </a:buClr>
              <a:buSzPts val="6601"/>
              <a:buChar char="•"/>
              <a:defRPr sz="6601"/>
            </a:lvl3pPr>
            <a:lvl4pPr indent="-599630" lvl="3" marL="1828800" algn="l">
              <a:lnSpc>
                <a:spcPct val="100000"/>
              </a:lnSpc>
              <a:spcBef>
                <a:spcPts val="1169"/>
              </a:spcBef>
              <a:spcAft>
                <a:spcPts val="0"/>
              </a:spcAft>
              <a:buClr>
                <a:schemeClr val="dk1"/>
              </a:buClr>
              <a:buSzPts val="5843"/>
              <a:buChar char="–"/>
              <a:defRPr sz="5843"/>
            </a:lvl4pPr>
            <a:lvl5pPr indent="-599630" lvl="4" marL="2286000" algn="l">
              <a:lnSpc>
                <a:spcPct val="100000"/>
              </a:lnSpc>
              <a:spcBef>
                <a:spcPts val="1169"/>
              </a:spcBef>
              <a:spcAft>
                <a:spcPts val="0"/>
              </a:spcAft>
              <a:buClr>
                <a:schemeClr val="dk1"/>
              </a:buClr>
              <a:buSzPts val="5843"/>
              <a:buChar char="»"/>
              <a:defRPr sz="5843"/>
            </a:lvl5pPr>
            <a:lvl6pPr indent="-599630" lvl="5" marL="2743200" algn="l">
              <a:lnSpc>
                <a:spcPct val="100000"/>
              </a:lnSpc>
              <a:spcBef>
                <a:spcPts val="1169"/>
              </a:spcBef>
              <a:spcAft>
                <a:spcPts val="0"/>
              </a:spcAft>
              <a:buClr>
                <a:schemeClr val="dk1"/>
              </a:buClr>
              <a:buSzPts val="5843"/>
              <a:buChar char="•"/>
              <a:defRPr sz="5843"/>
            </a:lvl6pPr>
            <a:lvl7pPr indent="-599630" lvl="6" marL="3200400" algn="l">
              <a:lnSpc>
                <a:spcPct val="100000"/>
              </a:lnSpc>
              <a:spcBef>
                <a:spcPts val="1169"/>
              </a:spcBef>
              <a:spcAft>
                <a:spcPts val="0"/>
              </a:spcAft>
              <a:buClr>
                <a:schemeClr val="dk1"/>
              </a:buClr>
              <a:buSzPts val="5843"/>
              <a:buChar char="•"/>
              <a:defRPr sz="5843"/>
            </a:lvl7pPr>
            <a:lvl8pPr indent="-599630" lvl="7" marL="3657600" algn="l">
              <a:lnSpc>
                <a:spcPct val="100000"/>
              </a:lnSpc>
              <a:spcBef>
                <a:spcPts val="1169"/>
              </a:spcBef>
              <a:spcAft>
                <a:spcPts val="0"/>
              </a:spcAft>
              <a:buClr>
                <a:schemeClr val="dk1"/>
              </a:buClr>
              <a:buSzPts val="5843"/>
              <a:buChar char="•"/>
              <a:defRPr sz="5843"/>
            </a:lvl8pPr>
            <a:lvl9pPr indent="-599630" lvl="8" marL="4114800" algn="l">
              <a:lnSpc>
                <a:spcPct val="100000"/>
              </a:lnSpc>
              <a:spcBef>
                <a:spcPts val="1169"/>
              </a:spcBef>
              <a:spcAft>
                <a:spcPts val="0"/>
              </a:spcAft>
              <a:buClr>
                <a:schemeClr val="dk1"/>
              </a:buClr>
              <a:buSzPts val="5843"/>
              <a:buChar char="•"/>
              <a:defRPr sz="5843"/>
            </a:lvl9pPr>
          </a:lstStyle>
          <a:p/>
        </p:txBody>
      </p:sp>
      <p:sp>
        <p:nvSpPr>
          <p:cNvPr id="35" name="Google Shape;35;p6"/>
          <p:cNvSpPr txBox="1"/>
          <p:nvPr>
            <p:ph idx="3" type="body"/>
          </p:nvPr>
        </p:nvSpPr>
        <p:spPr>
          <a:xfrm>
            <a:off x="19030896" y="4715855"/>
            <a:ext cx="16559348" cy="1965343"/>
          </a:xfrm>
          <a:prstGeom prst="rect">
            <a:avLst/>
          </a:prstGeom>
          <a:noFill/>
          <a:ln>
            <a:noFill/>
          </a:ln>
        </p:spPr>
        <p:txBody>
          <a:bodyPr anchorCtr="0" anchor="b" bIns="219450" lIns="438900" spcFirstLastPara="1" rIns="438900" wrap="square" tIns="219450">
            <a:normAutofit/>
          </a:bodyPr>
          <a:lstStyle>
            <a:lvl1pPr indent="-228600" lvl="0" marL="457200" algn="l">
              <a:lnSpc>
                <a:spcPct val="100000"/>
              </a:lnSpc>
              <a:spcBef>
                <a:spcPts val="1745"/>
              </a:spcBef>
              <a:spcAft>
                <a:spcPts val="0"/>
              </a:spcAft>
              <a:buClr>
                <a:schemeClr val="dk1"/>
              </a:buClr>
              <a:buSzPts val="8726"/>
              <a:buNone/>
              <a:defRPr b="1" sz="8726"/>
            </a:lvl1pPr>
            <a:lvl2pPr indent="-228600" lvl="1" marL="914400" algn="l">
              <a:lnSpc>
                <a:spcPct val="100000"/>
              </a:lnSpc>
              <a:spcBef>
                <a:spcPts val="1472"/>
              </a:spcBef>
              <a:spcAft>
                <a:spcPts val="0"/>
              </a:spcAft>
              <a:buClr>
                <a:schemeClr val="dk1"/>
              </a:buClr>
              <a:buSzPts val="7360"/>
              <a:buNone/>
              <a:defRPr b="1" sz="7360"/>
            </a:lvl2pPr>
            <a:lvl3pPr indent="-228600" lvl="2" marL="1371600" algn="l">
              <a:lnSpc>
                <a:spcPct val="100000"/>
              </a:lnSpc>
              <a:spcBef>
                <a:spcPts val="1320"/>
              </a:spcBef>
              <a:spcAft>
                <a:spcPts val="0"/>
              </a:spcAft>
              <a:buClr>
                <a:schemeClr val="dk1"/>
              </a:buClr>
              <a:buSzPts val="6601"/>
              <a:buNone/>
              <a:defRPr b="1" sz="6601"/>
            </a:lvl3pPr>
            <a:lvl4pPr indent="-228600" lvl="3" marL="1828800" algn="l">
              <a:lnSpc>
                <a:spcPct val="100000"/>
              </a:lnSpc>
              <a:spcBef>
                <a:spcPts val="1169"/>
              </a:spcBef>
              <a:spcAft>
                <a:spcPts val="0"/>
              </a:spcAft>
              <a:buClr>
                <a:schemeClr val="dk1"/>
              </a:buClr>
              <a:buSzPts val="5843"/>
              <a:buNone/>
              <a:defRPr b="1" sz="5843"/>
            </a:lvl4pPr>
            <a:lvl5pPr indent="-228600" lvl="4" marL="2286000" algn="l">
              <a:lnSpc>
                <a:spcPct val="100000"/>
              </a:lnSpc>
              <a:spcBef>
                <a:spcPts val="1169"/>
              </a:spcBef>
              <a:spcAft>
                <a:spcPts val="0"/>
              </a:spcAft>
              <a:buClr>
                <a:schemeClr val="dk1"/>
              </a:buClr>
              <a:buSzPts val="5843"/>
              <a:buNone/>
              <a:defRPr b="1" sz="5843"/>
            </a:lvl5pPr>
            <a:lvl6pPr indent="-228600" lvl="5" marL="2743200" algn="l">
              <a:lnSpc>
                <a:spcPct val="100000"/>
              </a:lnSpc>
              <a:spcBef>
                <a:spcPts val="1169"/>
              </a:spcBef>
              <a:spcAft>
                <a:spcPts val="0"/>
              </a:spcAft>
              <a:buClr>
                <a:schemeClr val="dk1"/>
              </a:buClr>
              <a:buSzPts val="5843"/>
              <a:buNone/>
              <a:defRPr b="1" sz="5843"/>
            </a:lvl6pPr>
            <a:lvl7pPr indent="-228600" lvl="6" marL="3200400" algn="l">
              <a:lnSpc>
                <a:spcPct val="100000"/>
              </a:lnSpc>
              <a:spcBef>
                <a:spcPts val="1169"/>
              </a:spcBef>
              <a:spcAft>
                <a:spcPts val="0"/>
              </a:spcAft>
              <a:buClr>
                <a:schemeClr val="dk1"/>
              </a:buClr>
              <a:buSzPts val="5843"/>
              <a:buNone/>
              <a:defRPr b="1" sz="5843"/>
            </a:lvl7pPr>
            <a:lvl8pPr indent="-228600" lvl="7" marL="3657600" algn="l">
              <a:lnSpc>
                <a:spcPct val="100000"/>
              </a:lnSpc>
              <a:spcBef>
                <a:spcPts val="1169"/>
              </a:spcBef>
              <a:spcAft>
                <a:spcPts val="0"/>
              </a:spcAft>
              <a:buClr>
                <a:schemeClr val="dk1"/>
              </a:buClr>
              <a:buSzPts val="5843"/>
              <a:buNone/>
              <a:defRPr b="1" sz="5843"/>
            </a:lvl8pPr>
            <a:lvl9pPr indent="-228600" lvl="8" marL="4114800" algn="l">
              <a:lnSpc>
                <a:spcPct val="100000"/>
              </a:lnSpc>
              <a:spcBef>
                <a:spcPts val="1169"/>
              </a:spcBef>
              <a:spcAft>
                <a:spcPts val="0"/>
              </a:spcAft>
              <a:buClr>
                <a:schemeClr val="dk1"/>
              </a:buClr>
              <a:buSzPts val="5843"/>
              <a:buNone/>
              <a:defRPr b="1" sz="5843"/>
            </a:lvl9pPr>
          </a:lstStyle>
          <a:p/>
        </p:txBody>
      </p:sp>
      <p:sp>
        <p:nvSpPr>
          <p:cNvPr id="36" name="Google Shape;36;p6"/>
          <p:cNvSpPr txBox="1"/>
          <p:nvPr>
            <p:ph idx="4" type="body"/>
          </p:nvPr>
        </p:nvSpPr>
        <p:spPr>
          <a:xfrm>
            <a:off x="19030896" y="6681198"/>
            <a:ext cx="16559348" cy="12138321"/>
          </a:xfrm>
          <a:prstGeom prst="rect">
            <a:avLst/>
          </a:prstGeom>
          <a:noFill/>
          <a:ln>
            <a:noFill/>
          </a:ln>
        </p:spPr>
        <p:txBody>
          <a:bodyPr anchorCtr="0" anchor="t" bIns="219450" lIns="438900" spcFirstLastPara="1" rIns="438900" wrap="square" tIns="219450">
            <a:normAutofit/>
          </a:bodyPr>
          <a:lstStyle>
            <a:lvl1pPr indent="-782701" lvl="0" marL="457200" algn="l">
              <a:lnSpc>
                <a:spcPct val="100000"/>
              </a:lnSpc>
              <a:spcBef>
                <a:spcPts val="1745"/>
              </a:spcBef>
              <a:spcAft>
                <a:spcPts val="0"/>
              </a:spcAft>
              <a:buClr>
                <a:schemeClr val="dk1"/>
              </a:buClr>
              <a:buSzPts val="8726"/>
              <a:buChar char="•"/>
              <a:defRPr sz="8726"/>
            </a:lvl1pPr>
            <a:lvl2pPr indent="-695960" lvl="1" marL="914400" algn="l">
              <a:lnSpc>
                <a:spcPct val="100000"/>
              </a:lnSpc>
              <a:spcBef>
                <a:spcPts val="1472"/>
              </a:spcBef>
              <a:spcAft>
                <a:spcPts val="0"/>
              </a:spcAft>
              <a:buClr>
                <a:schemeClr val="dk1"/>
              </a:buClr>
              <a:buSzPts val="7360"/>
              <a:buChar char="–"/>
              <a:defRPr sz="7360"/>
            </a:lvl2pPr>
            <a:lvl3pPr indent="-647763" lvl="2" marL="1371600" algn="l">
              <a:lnSpc>
                <a:spcPct val="100000"/>
              </a:lnSpc>
              <a:spcBef>
                <a:spcPts val="1320"/>
              </a:spcBef>
              <a:spcAft>
                <a:spcPts val="0"/>
              </a:spcAft>
              <a:buClr>
                <a:schemeClr val="dk1"/>
              </a:buClr>
              <a:buSzPts val="6601"/>
              <a:buChar char="•"/>
              <a:defRPr sz="6601"/>
            </a:lvl3pPr>
            <a:lvl4pPr indent="-599630" lvl="3" marL="1828800" algn="l">
              <a:lnSpc>
                <a:spcPct val="100000"/>
              </a:lnSpc>
              <a:spcBef>
                <a:spcPts val="1169"/>
              </a:spcBef>
              <a:spcAft>
                <a:spcPts val="0"/>
              </a:spcAft>
              <a:buClr>
                <a:schemeClr val="dk1"/>
              </a:buClr>
              <a:buSzPts val="5843"/>
              <a:buChar char="–"/>
              <a:defRPr sz="5843"/>
            </a:lvl4pPr>
            <a:lvl5pPr indent="-599630" lvl="4" marL="2286000" algn="l">
              <a:lnSpc>
                <a:spcPct val="100000"/>
              </a:lnSpc>
              <a:spcBef>
                <a:spcPts val="1169"/>
              </a:spcBef>
              <a:spcAft>
                <a:spcPts val="0"/>
              </a:spcAft>
              <a:buClr>
                <a:schemeClr val="dk1"/>
              </a:buClr>
              <a:buSzPts val="5843"/>
              <a:buChar char="»"/>
              <a:defRPr sz="5843"/>
            </a:lvl5pPr>
            <a:lvl6pPr indent="-599630" lvl="5" marL="2743200" algn="l">
              <a:lnSpc>
                <a:spcPct val="100000"/>
              </a:lnSpc>
              <a:spcBef>
                <a:spcPts val="1169"/>
              </a:spcBef>
              <a:spcAft>
                <a:spcPts val="0"/>
              </a:spcAft>
              <a:buClr>
                <a:schemeClr val="dk1"/>
              </a:buClr>
              <a:buSzPts val="5843"/>
              <a:buChar char="•"/>
              <a:defRPr sz="5843"/>
            </a:lvl6pPr>
            <a:lvl7pPr indent="-599630" lvl="6" marL="3200400" algn="l">
              <a:lnSpc>
                <a:spcPct val="100000"/>
              </a:lnSpc>
              <a:spcBef>
                <a:spcPts val="1169"/>
              </a:spcBef>
              <a:spcAft>
                <a:spcPts val="0"/>
              </a:spcAft>
              <a:buClr>
                <a:schemeClr val="dk1"/>
              </a:buClr>
              <a:buSzPts val="5843"/>
              <a:buChar char="•"/>
              <a:defRPr sz="5843"/>
            </a:lvl7pPr>
            <a:lvl8pPr indent="-599630" lvl="7" marL="3657600" algn="l">
              <a:lnSpc>
                <a:spcPct val="100000"/>
              </a:lnSpc>
              <a:spcBef>
                <a:spcPts val="1169"/>
              </a:spcBef>
              <a:spcAft>
                <a:spcPts val="0"/>
              </a:spcAft>
              <a:buClr>
                <a:schemeClr val="dk1"/>
              </a:buClr>
              <a:buSzPts val="5843"/>
              <a:buChar char="•"/>
              <a:defRPr sz="5843"/>
            </a:lvl8pPr>
            <a:lvl9pPr indent="-599630" lvl="8" marL="4114800" algn="l">
              <a:lnSpc>
                <a:spcPct val="100000"/>
              </a:lnSpc>
              <a:spcBef>
                <a:spcPts val="1169"/>
              </a:spcBef>
              <a:spcAft>
                <a:spcPts val="0"/>
              </a:spcAft>
              <a:buClr>
                <a:schemeClr val="dk1"/>
              </a:buClr>
              <a:buSzPts val="5843"/>
              <a:buChar char="•"/>
              <a:defRPr sz="5843"/>
            </a:lvl9pPr>
          </a:lstStyle>
          <a:p/>
        </p:txBody>
      </p:sp>
      <p:sp>
        <p:nvSpPr>
          <p:cNvPr id="37" name="Google Shape;37;p6"/>
          <p:cNvSpPr txBox="1"/>
          <p:nvPr>
            <p:ph idx="10" type="dt"/>
          </p:nvPr>
        </p:nvSpPr>
        <p:spPr>
          <a:xfrm>
            <a:off x="1873171" y="19526650"/>
            <a:ext cx="8741463" cy="1121661"/>
          </a:xfrm>
          <a:prstGeom prst="rect">
            <a:avLst/>
          </a:prstGeom>
          <a:noFill/>
          <a:ln>
            <a:noFill/>
          </a:ln>
        </p:spPr>
        <p:txBody>
          <a:bodyPr anchorCtr="0" anchor="ctr" bIns="219450" lIns="438900" spcFirstLastPara="1" rIns="438900" wrap="square" tIns="21945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12800001" y="19526650"/>
            <a:ext cx="11863414" cy="1121661"/>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2" type="sldNum"/>
          </p:nvPr>
        </p:nvSpPr>
        <p:spPr>
          <a:xfrm>
            <a:off x="26848780" y="19526650"/>
            <a:ext cx="8741463" cy="1121661"/>
          </a:xfrm>
          <a:prstGeom prst="rect">
            <a:avLst/>
          </a:prstGeom>
          <a:noFill/>
          <a:ln>
            <a:noFill/>
          </a:ln>
        </p:spPr>
        <p:txBody>
          <a:bodyPr anchorCtr="0" anchor="ctr" bIns="219450" lIns="438900" spcFirstLastPara="1" rIns="438900" wrap="square" tIns="219450">
            <a:noAutofit/>
          </a:bodyPr>
          <a:lstStyle>
            <a:lvl1pPr indent="0" lvl="0"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7"/>
          <p:cNvSpPr txBox="1"/>
          <p:nvPr>
            <p:ph type="title"/>
          </p:nvPr>
        </p:nvSpPr>
        <p:spPr>
          <a:xfrm>
            <a:off x="1873172" y="843686"/>
            <a:ext cx="33717069" cy="3511286"/>
          </a:xfrm>
          <a:prstGeom prst="rect">
            <a:avLst/>
          </a:prstGeom>
          <a:noFill/>
          <a:ln>
            <a:noFill/>
          </a:ln>
        </p:spPr>
        <p:txBody>
          <a:bodyPr anchorCtr="0" anchor="ctr" bIns="219450" lIns="438900" spcFirstLastPara="1" rIns="438900" wrap="square" tIns="21945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7"/>
          <p:cNvSpPr txBox="1"/>
          <p:nvPr>
            <p:ph idx="10" type="dt"/>
          </p:nvPr>
        </p:nvSpPr>
        <p:spPr>
          <a:xfrm>
            <a:off x="1873171" y="19526650"/>
            <a:ext cx="8741463" cy="1121661"/>
          </a:xfrm>
          <a:prstGeom prst="rect">
            <a:avLst/>
          </a:prstGeom>
          <a:noFill/>
          <a:ln>
            <a:noFill/>
          </a:ln>
        </p:spPr>
        <p:txBody>
          <a:bodyPr anchorCtr="0" anchor="ctr" bIns="219450" lIns="438900" spcFirstLastPara="1" rIns="438900" wrap="square" tIns="21945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7"/>
          <p:cNvSpPr txBox="1"/>
          <p:nvPr>
            <p:ph idx="11" type="ftr"/>
          </p:nvPr>
        </p:nvSpPr>
        <p:spPr>
          <a:xfrm>
            <a:off x="12800001" y="19526650"/>
            <a:ext cx="11863414" cy="1121661"/>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7"/>
          <p:cNvSpPr txBox="1"/>
          <p:nvPr>
            <p:ph idx="12" type="sldNum"/>
          </p:nvPr>
        </p:nvSpPr>
        <p:spPr>
          <a:xfrm>
            <a:off x="26848780" y="19526650"/>
            <a:ext cx="8741463" cy="1121661"/>
          </a:xfrm>
          <a:prstGeom prst="rect">
            <a:avLst/>
          </a:prstGeom>
          <a:noFill/>
          <a:ln>
            <a:noFill/>
          </a:ln>
        </p:spPr>
        <p:txBody>
          <a:bodyPr anchorCtr="0" anchor="ctr" bIns="219450" lIns="438900" spcFirstLastPara="1" rIns="438900" wrap="square" tIns="219450">
            <a:noAutofit/>
          </a:bodyPr>
          <a:lstStyle>
            <a:lvl1pPr indent="0" lvl="0"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5" name="Shape 45"/>
        <p:cNvGrpSpPr/>
        <p:nvPr/>
      </p:nvGrpSpPr>
      <p:grpSpPr>
        <a:xfrm>
          <a:off x="0" y="0"/>
          <a:ext cx="0" cy="0"/>
          <a:chOff x="0" y="0"/>
          <a:chExt cx="0" cy="0"/>
        </a:xfrm>
      </p:grpSpPr>
      <p:sp>
        <p:nvSpPr>
          <p:cNvPr id="46" name="Google Shape;46;p8"/>
          <p:cNvSpPr txBox="1"/>
          <p:nvPr>
            <p:ph idx="10" type="dt"/>
          </p:nvPr>
        </p:nvSpPr>
        <p:spPr>
          <a:xfrm>
            <a:off x="1873171" y="19526650"/>
            <a:ext cx="8741463" cy="1121661"/>
          </a:xfrm>
          <a:prstGeom prst="rect">
            <a:avLst/>
          </a:prstGeom>
          <a:noFill/>
          <a:ln>
            <a:noFill/>
          </a:ln>
        </p:spPr>
        <p:txBody>
          <a:bodyPr anchorCtr="0" anchor="ctr" bIns="219450" lIns="438900" spcFirstLastPara="1" rIns="438900" wrap="square" tIns="21945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8"/>
          <p:cNvSpPr txBox="1"/>
          <p:nvPr>
            <p:ph idx="11" type="ftr"/>
          </p:nvPr>
        </p:nvSpPr>
        <p:spPr>
          <a:xfrm>
            <a:off x="12800001" y="19526650"/>
            <a:ext cx="11863414" cy="1121661"/>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8"/>
          <p:cNvSpPr txBox="1"/>
          <p:nvPr>
            <p:ph idx="12" type="sldNum"/>
          </p:nvPr>
        </p:nvSpPr>
        <p:spPr>
          <a:xfrm>
            <a:off x="26848780" y="19526650"/>
            <a:ext cx="8741463" cy="1121661"/>
          </a:xfrm>
          <a:prstGeom prst="rect">
            <a:avLst/>
          </a:prstGeom>
          <a:noFill/>
          <a:ln>
            <a:noFill/>
          </a:ln>
        </p:spPr>
        <p:txBody>
          <a:bodyPr anchorCtr="0" anchor="ctr" bIns="219450" lIns="438900" spcFirstLastPara="1" rIns="438900" wrap="square" tIns="219450">
            <a:noAutofit/>
          </a:bodyPr>
          <a:lstStyle>
            <a:lvl1pPr indent="0" lvl="0"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9" name="Shape 49"/>
        <p:cNvGrpSpPr/>
        <p:nvPr/>
      </p:nvGrpSpPr>
      <p:grpSpPr>
        <a:xfrm>
          <a:off x="0" y="0"/>
          <a:ext cx="0" cy="0"/>
          <a:chOff x="0" y="0"/>
          <a:chExt cx="0" cy="0"/>
        </a:xfrm>
      </p:grpSpPr>
      <p:sp>
        <p:nvSpPr>
          <p:cNvPr id="50" name="Google Shape;50;p9"/>
          <p:cNvSpPr txBox="1"/>
          <p:nvPr>
            <p:ph type="title"/>
          </p:nvPr>
        </p:nvSpPr>
        <p:spPr>
          <a:xfrm>
            <a:off x="1873176" y="838807"/>
            <a:ext cx="12325205" cy="3569807"/>
          </a:xfrm>
          <a:prstGeom prst="rect">
            <a:avLst/>
          </a:prstGeom>
          <a:noFill/>
          <a:ln>
            <a:noFill/>
          </a:ln>
        </p:spPr>
        <p:txBody>
          <a:bodyPr anchorCtr="0" anchor="b" bIns="219450" lIns="438900" spcFirstLastPara="1" rIns="438900" wrap="square" tIns="219450">
            <a:normAutofit/>
          </a:bodyPr>
          <a:lstStyle>
            <a:lvl1pPr lvl="0" algn="l">
              <a:lnSpc>
                <a:spcPct val="100000"/>
              </a:lnSpc>
              <a:spcBef>
                <a:spcPts val="0"/>
              </a:spcBef>
              <a:spcAft>
                <a:spcPts val="0"/>
              </a:spcAft>
              <a:buClr>
                <a:schemeClr val="dk1"/>
              </a:buClr>
              <a:buSzPts val="7360"/>
              <a:buFont typeface="Calibri"/>
              <a:buNone/>
              <a:defRPr b="1" sz="736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9"/>
          <p:cNvSpPr txBox="1"/>
          <p:nvPr>
            <p:ph idx="1" type="body"/>
          </p:nvPr>
        </p:nvSpPr>
        <p:spPr>
          <a:xfrm>
            <a:off x="14647152" y="838809"/>
            <a:ext cx="20943089" cy="17980709"/>
          </a:xfrm>
          <a:prstGeom prst="rect">
            <a:avLst/>
          </a:prstGeom>
          <a:noFill/>
          <a:ln>
            <a:noFill/>
          </a:ln>
        </p:spPr>
        <p:txBody>
          <a:bodyPr anchorCtr="0" anchor="t" bIns="219450" lIns="438900" spcFirstLastPara="1" rIns="438900" wrap="square" tIns="219450">
            <a:normAutofit/>
          </a:bodyPr>
          <a:lstStyle>
            <a:lvl1pPr indent="-970597" lvl="0" marL="457200" algn="l">
              <a:lnSpc>
                <a:spcPct val="100000"/>
              </a:lnSpc>
              <a:spcBef>
                <a:spcPts val="2337"/>
              </a:spcBef>
              <a:spcAft>
                <a:spcPts val="0"/>
              </a:spcAft>
              <a:buClr>
                <a:schemeClr val="dk1"/>
              </a:buClr>
              <a:buSzPts val="11685"/>
              <a:buChar char="•"/>
              <a:defRPr sz="11685"/>
            </a:lvl1pPr>
            <a:lvl2pPr indent="-874267" lvl="1" marL="914400" algn="l">
              <a:lnSpc>
                <a:spcPct val="100000"/>
              </a:lnSpc>
              <a:spcBef>
                <a:spcPts val="2034"/>
              </a:spcBef>
              <a:spcAft>
                <a:spcPts val="0"/>
              </a:spcAft>
              <a:buClr>
                <a:schemeClr val="dk1"/>
              </a:buClr>
              <a:buSzPts val="10168"/>
              <a:buChar char="–"/>
              <a:defRPr sz="10168"/>
            </a:lvl2pPr>
            <a:lvl3pPr indent="-782701" lvl="2" marL="1371600" algn="l">
              <a:lnSpc>
                <a:spcPct val="100000"/>
              </a:lnSpc>
              <a:spcBef>
                <a:spcPts val="1745"/>
              </a:spcBef>
              <a:spcAft>
                <a:spcPts val="0"/>
              </a:spcAft>
              <a:buClr>
                <a:schemeClr val="dk1"/>
              </a:buClr>
              <a:buSzPts val="8726"/>
              <a:buChar char="•"/>
              <a:defRPr sz="8726"/>
            </a:lvl3pPr>
            <a:lvl4pPr indent="-695960" lvl="3" marL="1828800" algn="l">
              <a:lnSpc>
                <a:spcPct val="100000"/>
              </a:lnSpc>
              <a:spcBef>
                <a:spcPts val="1472"/>
              </a:spcBef>
              <a:spcAft>
                <a:spcPts val="0"/>
              </a:spcAft>
              <a:buClr>
                <a:schemeClr val="dk1"/>
              </a:buClr>
              <a:buSzPts val="7360"/>
              <a:buChar char="–"/>
              <a:defRPr sz="7360"/>
            </a:lvl4pPr>
            <a:lvl5pPr indent="-695960" lvl="4" marL="2286000" algn="l">
              <a:lnSpc>
                <a:spcPct val="100000"/>
              </a:lnSpc>
              <a:spcBef>
                <a:spcPts val="1472"/>
              </a:spcBef>
              <a:spcAft>
                <a:spcPts val="0"/>
              </a:spcAft>
              <a:buClr>
                <a:schemeClr val="dk1"/>
              </a:buClr>
              <a:buSzPts val="7360"/>
              <a:buChar char="»"/>
              <a:defRPr sz="7360"/>
            </a:lvl5pPr>
            <a:lvl6pPr indent="-695960" lvl="5" marL="2743200" algn="l">
              <a:lnSpc>
                <a:spcPct val="100000"/>
              </a:lnSpc>
              <a:spcBef>
                <a:spcPts val="1472"/>
              </a:spcBef>
              <a:spcAft>
                <a:spcPts val="0"/>
              </a:spcAft>
              <a:buClr>
                <a:schemeClr val="dk1"/>
              </a:buClr>
              <a:buSzPts val="7360"/>
              <a:buChar char="•"/>
              <a:defRPr sz="7360"/>
            </a:lvl6pPr>
            <a:lvl7pPr indent="-695960" lvl="6" marL="3200400" algn="l">
              <a:lnSpc>
                <a:spcPct val="100000"/>
              </a:lnSpc>
              <a:spcBef>
                <a:spcPts val="1472"/>
              </a:spcBef>
              <a:spcAft>
                <a:spcPts val="0"/>
              </a:spcAft>
              <a:buClr>
                <a:schemeClr val="dk1"/>
              </a:buClr>
              <a:buSzPts val="7360"/>
              <a:buChar char="•"/>
              <a:defRPr sz="7360"/>
            </a:lvl7pPr>
            <a:lvl8pPr indent="-695960" lvl="7" marL="3657600" algn="l">
              <a:lnSpc>
                <a:spcPct val="100000"/>
              </a:lnSpc>
              <a:spcBef>
                <a:spcPts val="1472"/>
              </a:spcBef>
              <a:spcAft>
                <a:spcPts val="0"/>
              </a:spcAft>
              <a:buClr>
                <a:schemeClr val="dk1"/>
              </a:buClr>
              <a:buSzPts val="7360"/>
              <a:buChar char="•"/>
              <a:defRPr sz="7360"/>
            </a:lvl8pPr>
            <a:lvl9pPr indent="-695959" lvl="8" marL="4114800" algn="l">
              <a:lnSpc>
                <a:spcPct val="100000"/>
              </a:lnSpc>
              <a:spcBef>
                <a:spcPts val="1472"/>
              </a:spcBef>
              <a:spcAft>
                <a:spcPts val="0"/>
              </a:spcAft>
              <a:buClr>
                <a:schemeClr val="dk1"/>
              </a:buClr>
              <a:buSzPts val="7360"/>
              <a:buChar char="•"/>
              <a:defRPr sz="7360"/>
            </a:lvl9pPr>
          </a:lstStyle>
          <a:p/>
        </p:txBody>
      </p:sp>
      <p:sp>
        <p:nvSpPr>
          <p:cNvPr id="52" name="Google Shape;52;p9"/>
          <p:cNvSpPr txBox="1"/>
          <p:nvPr>
            <p:ph idx="2" type="body"/>
          </p:nvPr>
        </p:nvSpPr>
        <p:spPr>
          <a:xfrm>
            <a:off x="1873176" y="4408616"/>
            <a:ext cx="12325205" cy="14410903"/>
          </a:xfrm>
          <a:prstGeom prst="rect">
            <a:avLst/>
          </a:prstGeom>
          <a:noFill/>
          <a:ln>
            <a:noFill/>
          </a:ln>
        </p:spPr>
        <p:txBody>
          <a:bodyPr anchorCtr="0" anchor="t" bIns="219450" lIns="438900" spcFirstLastPara="1" rIns="438900" wrap="square" tIns="219450">
            <a:normAutofit/>
          </a:bodyPr>
          <a:lstStyle>
            <a:lvl1pPr indent="-228600" lvl="0" marL="457200" algn="l">
              <a:lnSpc>
                <a:spcPct val="100000"/>
              </a:lnSpc>
              <a:spcBef>
                <a:spcPts val="1017"/>
              </a:spcBef>
              <a:spcAft>
                <a:spcPts val="0"/>
              </a:spcAft>
              <a:buClr>
                <a:schemeClr val="dk1"/>
              </a:buClr>
              <a:buSzPts val="5084"/>
              <a:buNone/>
              <a:defRPr sz="5084"/>
            </a:lvl1pPr>
            <a:lvl2pPr indent="-228600" lvl="1" marL="914400" algn="l">
              <a:lnSpc>
                <a:spcPct val="100000"/>
              </a:lnSpc>
              <a:spcBef>
                <a:spcPts val="865"/>
              </a:spcBef>
              <a:spcAft>
                <a:spcPts val="0"/>
              </a:spcAft>
              <a:buClr>
                <a:schemeClr val="dk1"/>
              </a:buClr>
              <a:buSzPts val="4325"/>
              <a:buNone/>
              <a:defRPr sz="4325"/>
            </a:lvl2pPr>
            <a:lvl3pPr indent="-228600" lvl="2" marL="1371600" algn="l">
              <a:lnSpc>
                <a:spcPct val="100000"/>
              </a:lnSpc>
              <a:spcBef>
                <a:spcPts val="728"/>
              </a:spcBef>
              <a:spcAft>
                <a:spcPts val="0"/>
              </a:spcAft>
              <a:buClr>
                <a:schemeClr val="dk1"/>
              </a:buClr>
              <a:buSzPts val="3642"/>
              <a:buNone/>
              <a:defRPr sz="3641"/>
            </a:lvl3pPr>
            <a:lvl4pPr indent="-228600" lvl="3" marL="1828800" algn="l">
              <a:lnSpc>
                <a:spcPct val="100000"/>
              </a:lnSpc>
              <a:spcBef>
                <a:spcPts val="653"/>
              </a:spcBef>
              <a:spcAft>
                <a:spcPts val="0"/>
              </a:spcAft>
              <a:buClr>
                <a:schemeClr val="dk1"/>
              </a:buClr>
              <a:buSzPts val="3263"/>
              <a:buNone/>
              <a:defRPr sz="3263"/>
            </a:lvl4pPr>
            <a:lvl5pPr indent="-228600" lvl="4" marL="2286000" algn="l">
              <a:lnSpc>
                <a:spcPct val="100000"/>
              </a:lnSpc>
              <a:spcBef>
                <a:spcPts val="653"/>
              </a:spcBef>
              <a:spcAft>
                <a:spcPts val="0"/>
              </a:spcAft>
              <a:buClr>
                <a:schemeClr val="dk1"/>
              </a:buClr>
              <a:buSzPts val="3263"/>
              <a:buNone/>
              <a:defRPr sz="3263"/>
            </a:lvl5pPr>
            <a:lvl6pPr indent="-228600" lvl="5" marL="2743200" algn="l">
              <a:lnSpc>
                <a:spcPct val="100000"/>
              </a:lnSpc>
              <a:spcBef>
                <a:spcPts val="653"/>
              </a:spcBef>
              <a:spcAft>
                <a:spcPts val="0"/>
              </a:spcAft>
              <a:buClr>
                <a:schemeClr val="dk1"/>
              </a:buClr>
              <a:buSzPts val="3263"/>
              <a:buNone/>
              <a:defRPr sz="3263"/>
            </a:lvl6pPr>
            <a:lvl7pPr indent="-228600" lvl="6" marL="3200400" algn="l">
              <a:lnSpc>
                <a:spcPct val="100000"/>
              </a:lnSpc>
              <a:spcBef>
                <a:spcPts val="653"/>
              </a:spcBef>
              <a:spcAft>
                <a:spcPts val="0"/>
              </a:spcAft>
              <a:buClr>
                <a:schemeClr val="dk1"/>
              </a:buClr>
              <a:buSzPts val="3263"/>
              <a:buNone/>
              <a:defRPr sz="3263"/>
            </a:lvl7pPr>
            <a:lvl8pPr indent="-228600" lvl="7" marL="3657600" algn="l">
              <a:lnSpc>
                <a:spcPct val="100000"/>
              </a:lnSpc>
              <a:spcBef>
                <a:spcPts val="653"/>
              </a:spcBef>
              <a:spcAft>
                <a:spcPts val="0"/>
              </a:spcAft>
              <a:buClr>
                <a:schemeClr val="dk1"/>
              </a:buClr>
              <a:buSzPts val="3263"/>
              <a:buNone/>
              <a:defRPr sz="3263"/>
            </a:lvl8pPr>
            <a:lvl9pPr indent="-228600" lvl="8" marL="4114800" algn="l">
              <a:lnSpc>
                <a:spcPct val="100000"/>
              </a:lnSpc>
              <a:spcBef>
                <a:spcPts val="653"/>
              </a:spcBef>
              <a:spcAft>
                <a:spcPts val="0"/>
              </a:spcAft>
              <a:buClr>
                <a:schemeClr val="dk1"/>
              </a:buClr>
              <a:buSzPts val="3263"/>
              <a:buNone/>
              <a:defRPr sz="3263"/>
            </a:lvl9pPr>
          </a:lstStyle>
          <a:p/>
        </p:txBody>
      </p:sp>
      <p:sp>
        <p:nvSpPr>
          <p:cNvPr id="53" name="Google Shape;53;p9"/>
          <p:cNvSpPr txBox="1"/>
          <p:nvPr>
            <p:ph idx="10" type="dt"/>
          </p:nvPr>
        </p:nvSpPr>
        <p:spPr>
          <a:xfrm>
            <a:off x="1873171" y="19526650"/>
            <a:ext cx="8741463" cy="1121661"/>
          </a:xfrm>
          <a:prstGeom prst="rect">
            <a:avLst/>
          </a:prstGeom>
          <a:noFill/>
          <a:ln>
            <a:noFill/>
          </a:ln>
        </p:spPr>
        <p:txBody>
          <a:bodyPr anchorCtr="0" anchor="ctr" bIns="219450" lIns="438900" spcFirstLastPara="1" rIns="438900" wrap="square" tIns="21945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9"/>
          <p:cNvSpPr txBox="1"/>
          <p:nvPr>
            <p:ph idx="11" type="ftr"/>
          </p:nvPr>
        </p:nvSpPr>
        <p:spPr>
          <a:xfrm>
            <a:off x="12800001" y="19526650"/>
            <a:ext cx="11863414" cy="1121661"/>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9"/>
          <p:cNvSpPr txBox="1"/>
          <p:nvPr>
            <p:ph idx="12" type="sldNum"/>
          </p:nvPr>
        </p:nvSpPr>
        <p:spPr>
          <a:xfrm>
            <a:off x="26848780" y="19526650"/>
            <a:ext cx="8741463" cy="1121661"/>
          </a:xfrm>
          <a:prstGeom prst="rect">
            <a:avLst/>
          </a:prstGeom>
          <a:noFill/>
          <a:ln>
            <a:noFill/>
          </a:ln>
        </p:spPr>
        <p:txBody>
          <a:bodyPr anchorCtr="0" anchor="ctr" bIns="219450" lIns="438900" spcFirstLastPara="1" rIns="438900" wrap="square" tIns="219450">
            <a:noAutofit/>
          </a:bodyPr>
          <a:lstStyle>
            <a:lvl1pPr indent="0" lvl="0"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56" name="Shape 56"/>
        <p:cNvGrpSpPr/>
        <p:nvPr/>
      </p:nvGrpSpPr>
      <p:grpSpPr>
        <a:xfrm>
          <a:off x="0" y="0"/>
          <a:ext cx="0" cy="0"/>
          <a:chOff x="0" y="0"/>
          <a:chExt cx="0" cy="0"/>
        </a:xfrm>
      </p:grpSpPr>
      <p:sp>
        <p:nvSpPr>
          <p:cNvPr id="57" name="Google Shape;57;p10"/>
          <p:cNvSpPr txBox="1"/>
          <p:nvPr>
            <p:ph type="title"/>
          </p:nvPr>
        </p:nvSpPr>
        <p:spPr>
          <a:xfrm>
            <a:off x="7343093" y="14747400"/>
            <a:ext cx="22478049" cy="1741014"/>
          </a:xfrm>
          <a:prstGeom prst="rect">
            <a:avLst/>
          </a:prstGeom>
          <a:noFill/>
          <a:ln>
            <a:noFill/>
          </a:ln>
        </p:spPr>
        <p:txBody>
          <a:bodyPr anchorCtr="0" anchor="b" bIns="219450" lIns="438900" spcFirstLastPara="1" rIns="438900" wrap="square" tIns="219450">
            <a:normAutofit/>
          </a:bodyPr>
          <a:lstStyle>
            <a:lvl1pPr lvl="0" algn="l">
              <a:lnSpc>
                <a:spcPct val="100000"/>
              </a:lnSpc>
              <a:spcBef>
                <a:spcPts val="0"/>
              </a:spcBef>
              <a:spcAft>
                <a:spcPts val="0"/>
              </a:spcAft>
              <a:buClr>
                <a:schemeClr val="dk1"/>
              </a:buClr>
              <a:buSzPts val="7360"/>
              <a:buFont typeface="Calibri"/>
              <a:buNone/>
              <a:defRPr b="1" sz="736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0"/>
          <p:cNvSpPr/>
          <p:nvPr>
            <p:ph idx="2" type="pic"/>
          </p:nvPr>
        </p:nvSpPr>
        <p:spPr>
          <a:xfrm>
            <a:off x="7343093" y="1882441"/>
            <a:ext cx="22478049" cy="12640627"/>
          </a:xfrm>
          <a:prstGeom prst="rect">
            <a:avLst/>
          </a:prstGeom>
          <a:noFill/>
          <a:ln>
            <a:noFill/>
          </a:ln>
        </p:spPr>
      </p:sp>
      <p:sp>
        <p:nvSpPr>
          <p:cNvPr id="59" name="Google Shape;59;p10"/>
          <p:cNvSpPr txBox="1"/>
          <p:nvPr>
            <p:ph idx="1" type="body"/>
          </p:nvPr>
        </p:nvSpPr>
        <p:spPr>
          <a:xfrm>
            <a:off x="7343093" y="16488415"/>
            <a:ext cx="22478049" cy="2472528"/>
          </a:xfrm>
          <a:prstGeom prst="rect">
            <a:avLst/>
          </a:prstGeom>
          <a:noFill/>
          <a:ln>
            <a:noFill/>
          </a:ln>
        </p:spPr>
        <p:txBody>
          <a:bodyPr anchorCtr="0" anchor="t" bIns="219450" lIns="438900" spcFirstLastPara="1" rIns="438900" wrap="square" tIns="219450">
            <a:normAutofit/>
          </a:bodyPr>
          <a:lstStyle>
            <a:lvl1pPr indent="-228600" lvl="0" marL="457200" algn="l">
              <a:lnSpc>
                <a:spcPct val="100000"/>
              </a:lnSpc>
              <a:spcBef>
                <a:spcPts val="1017"/>
              </a:spcBef>
              <a:spcAft>
                <a:spcPts val="0"/>
              </a:spcAft>
              <a:buClr>
                <a:schemeClr val="dk1"/>
              </a:buClr>
              <a:buSzPts val="5084"/>
              <a:buNone/>
              <a:defRPr sz="5084"/>
            </a:lvl1pPr>
            <a:lvl2pPr indent="-228600" lvl="1" marL="914400" algn="l">
              <a:lnSpc>
                <a:spcPct val="100000"/>
              </a:lnSpc>
              <a:spcBef>
                <a:spcPts val="865"/>
              </a:spcBef>
              <a:spcAft>
                <a:spcPts val="0"/>
              </a:spcAft>
              <a:buClr>
                <a:schemeClr val="dk1"/>
              </a:buClr>
              <a:buSzPts val="4325"/>
              <a:buNone/>
              <a:defRPr sz="4325"/>
            </a:lvl2pPr>
            <a:lvl3pPr indent="-228600" lvl="2" marL="1371600" algn="l">
              <a:lnSpc>
                <a:spcPct val="100000"/>
              </a:lnSpc>
              <a:spcBef>
                <a:spcPts val="728"/>
              </a:spcBef>
              <a:spcAft>
                <a:spcPts val="0"/>
              </a:spcAft>
              <a:buClr>
                <a:schemeClr val="dk1"/>
              </a:buClr>
              <a:buSzPts val="3642"/>
              <a:buNone/>
              <a:defRPr sz="3641"/>
            </a:lvl3pPr>
            <a:lvl4pPr indent="-228600" lvl="3" marL="1828800" algn="l">
              <a:lnSpc>
                <a:spcPct val="100000"/>
              </a:lnSpc>
              <a:spcBef>
                <a:spcPts val="653"/>
              </a:spcBef>
              <a:spcAft>
                <a:spcPts val="0"/>
              </a:spcAft>
              <a:buClr>
                <a:schemeClr val="dk1"/>
              </a:buClr>
              <a:buSzPts val="3263"/>
              <a:buNone/>
              <a:defRPr sz="3263"/>
            </a:lvl4pPr>
            <a:lvl5pPr indent="-228600" lvl="4" marL="2286000" algn="l">
              <a:lnSpc>
                <a:spcPct val="100000"/>
              </a:lnSpc>
              <a:spcBef>
                <a:spcPts val="653"/>
              </a:spcBef>
              <a:spcAft>
                <a:spcPts val="0"/>
              </a:spcAft>
              <a:buClr>
                <a:schemeClr val="dk1"/>
              </a:buClr>
              <a:buSzPts val="3263"/>
              <a:buNone/>
              <a:defRPr sz="3263"/>
            </a:lvl5pPr>
            <a:lvl6pPr indent="-228600" lvl="5" marL="2743200" algn="l">
              <a:lnSpc>
                <a:spcPct val="100000"/>
              </a:lnSpc>
              <a:spcBef>
                <a:spcPts val="653"/>
              </a:spcBef>
              <a:spcAft>
                <a:spcPts val="0"/>
              </a:spcAft>
              <a:buClr>
                <a:schemeClr val="dk1"/>
              </a:buClr>
              <a:buSzPts val="3263"/>
              <a:buNone/>
              <a:defRPr sz="3263"/>
            </a:lvl6pPr>
            <a:lvl7pPr indent="-228600" lvl="6" marL="3200400" algn="l">
              <a:lnSpc>
                <a:spcPct val="100000"/>
              </a:lnSpc>
              <a:spcBef>
                <a:spcPts val="653"/>
              </a:spcBef>
              <a:spcAft>
                <a:spcPts val="0"/>
              </a:spcAft>
              <a:buClr>
                <a:schemeClr val="dk1"/>
              </a:buClr>
              <a:buSzPts val="3263"/>
              <a:buNone/>
              <a:defRPr sz="3263"/>
            </a:lvl7pPr>
            <a:lvl8pPr indent="-228600" lvl="7" marL="3657600" algn="l">
              <a:lnSpc>
                <a:spcPct val="100000"/>
              </a:lnSpc>
              <a:spcBef>
                <a:spcPts val="653"/>
              </a:spcBef>
              <a:spcAft>
                <a:spcPts val="0"/>
              </a:spcAft>
              <a:buClr>
                <a:schemeClr val="dk1"/>
              </a:buClr>
              <a:buSzPts val="3263"/>
              <a:buNone/>
              <a:defRPr sz="3263"/>
            </a:lvl8pPr>
            <a:lvl9pPr indent="-228600" lvl="8" marL="4114800" algn="l">
              <a:lnSpc>
                <a:spcPct val="100000"/>
              </a:lnSpc>
              <a:spcBef>
                <a:spcPts val="653"/>
              </a:spcBef>
              <a:spcAft>
                <a:spcPts val="0"/>
              </a:spcAft>
              <a:buClr>
                <a:schemeClr val="dk1"/>
              </a:buClr>
              <a:buSzPts val="3263"/>
              <a:buNone/>
              <a:defRPr sz="3263"/>
            </a:lvl9pPr>
          </a:lstStyle>
          <a:p/>
        </p:txBody>
      </p:sp>
      <p:sp>
        <p:nvSpPr>
          <p:cNvPr id="60" name="Google Shape;60;p10"/>
          <p:cNvSpPr txBox="1"/>
          <p:nvPr>
            <p:ph idx="10" type="dt"/>
          </p:nvPr>
        </p:nvSpPr>
        <p:spPr>
          <a:xfrm>
            <a:off x="1873171" y="19526650"/>
            <a:ext cx="8741463" cy="1121661"/>
          </a:xfrm>
          <a:prstGeom prst="rect">
            <a:avLst/>
          </a:prstGeom>
          <a:noFill/>
          <a:ln>
            <a:noFill/>
          </a:ln>
        </p:spPr>
        <p:txBody>
          <a:bodyPr anchorCtr="0" anchor="ctr" bIns="219450" lIns="438900" spcFirstLastPara="1" rIns="438900" wrap="square" tIns="21945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0"/>
          <p:cNvSpPr txBox="1"/>
          <p:nvPr>
            <p:ph idx="11" type="ftr"/>
          </p:nvPr>
        </p:nvSpPr>
        <p:spPr>
          <a:xfrm>
            <a:off x="12800001" y="19526650"/>
            <a:ext cx="11863414" cy="1121661"/>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0"/>
          <p:cNvSpPr txBox="1"/>
          <p:nvPr>
            <p:ph idx="12" type="sldNum"/>
          </p:nvPr>
        </p:nvSpPr>
        <p:spPr>
          <a:xfrm>
            <a:off x="26848780" y="19526650"/>
            <a:ext cx="8741463" cy="1121661"/>
          </a:xfrm>
          <a:prstGeom prst="rect">
            <a:avLst/>
          </a:prstGeom>
          <a:noFill/>
          <a:ln>
            <a:noFill/>
          </a:ln>
        </p:spPr>
        <p:txBody>
          <a:bodyPr anchorCtr="0" anchor="ctr" bIns="219450" lIns="438900" spcFirstLastPara="1" rIns="438900" wrap="square" tIns="219450">
            <a:noAutofit/>
          </a:bodyPr>
          <a:lstStyle>
            <a:lvl1pPr indent="0" lvl="0"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3" name="Shape 63"/>
        <p:cNvGrpSpPr/>
        <p:nvPr/>
      </p:nvGrpSpPr>
      <p:grpSpPr>
        <a:xfrm>
          <a:off x="0" y="0"/>
          <a:ext cx="0" cy="0"/>
          <a:chOff x="0" y="0"/>
          <a:chExt cx="0" cy="0"/>
        </a:xfrm>
      </p:grpSpPr>
      <p:sp>
        <p:nvSpPr>
          <p:cNvPr id="64" name="Google Shape;64;p11"/>
          <p:cNvSpPr txBox="1"/>
          <p:nvPr>
            <p:ph type="title"/>
          </p:nvPr>
        </p:nvSpPr>
        <p:spPr>
          <a:xfrm>
            <a:off x="1873172" y="843686"/>
            <a:ext cx="33717069" cy="3511286"/>
          </a:xfrm>
          <a:prstGeom prst="rect">
            <a:avLst/>
          </a:prstGeom>
          <a:noFill/>
          <a:ln>
            <a:noFill/>
          </a:ln>
        </p:spPr>
        <p:txBody>
          <a:bodyPr anchorCtr="0" anchor="ctr" bIns="219450" lIns="438900" spcFirstLastPara="1" rIns="438900" wrap="square" tIns="21945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1"/>
          <p:cNvSpPr txBox="1"/>
          <p:nvPr>
            <p:ph idx="1" type="body"/>
          </p:nvPr>
        </p:nvSpPr>
        <p:spPr>
          <a:xfrm rot="5400000">
            <a:off x="11779848" y="-4990873"/>
            <a:ext cx="13903717" cy="33717069"/>
          </a:xfrm>
          <a:prstGeom prst="rect">
            <a:avLst/>
          </a:prstGeom>
          <a:noFill/>
          <a:ln>
            <a:noFill/>
          </a:ln>
        </p:spPr>
        <p:txBody>
          <a:bodyPr anchorCtr="0" anchor="t" bIns="219450" lIns="438900" spcFirstLastPara="1" rIns="438900" wrap="square" tIns="21945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6" name="Google Shape;66;p11"/>
          <p:cNvSpPr txBox="1"/>
          <p:nvPr>
            <p:ph idx="10" type="dt"/>
          </p:nvPr>
        </p:nvSpPr>
        <p:spPr>
          <a:xfrm>
            <a:off x="1873171" y="19526650"/>
            <a:ext cx="8741463" cy="1121661"/>
          </a:xfrm>
          <a:prstGeom prst="rect">
            <a:avLst/>
          </a:prstGeom>
          <a:noFill/>
          <a:ln>
            <a:noFill/>
          </a:ln>
        </p:spPr>
        <p:txBody>
          <a:bodyPr anchorCtr="0" anchor="ctr" bIns="219450" lIns="438900" spcFirstLastPara="1" rIns="438900" wrap="square" tIns="21945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1"/>
          <p:cNvSpPr txBox="1"/>
          <p:nvPr>
            <p:ph idx="11" type="ftr"/>
          </p:nvPr>
        </p:nvSpPr>
        <p:spPr>
          <a:xfrm>
            <a:off x="12800001" y="19526650"/>
            <a:ext cx="11863414" cy="1121661"/>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1"/>
          <p:cNvSpPr txBox="1"/>
          <p:nvPr>
            <p:ph idx="12" type="sldNum"/>
          </p:nvPr>
        </p:nvSpPr>
        <p:spPr>
          <a:xfrm>
            <a:off x="26848780" y="19526650"/>
            <a:ext cx="8741463" cy="1121661"/>
          </a:xfrm>
          <a:prstGeom prst="rect">
            <a:avLst/>
          </a:prstGeom>
          <a:noFill/>
          <a:ln>
            <a:noFill/>
          </a:ln>
        </p:spPr>
        <p:txBody>
          <a:bodyPr anchorCtr="0" anchor="ctr" bIns="219450" lIns="438900" spcFirstLastPara="1" rIns="438900" wrap="square" tIns="219450">
            <a:noAutofit/>
          </a:bodyPr>
          <a:lstStyle>
            <a:lvl1pPr indent="0" lvl="0"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69" name="Shape 69"/>
        <p:cNvGrpSpPr/>
        <p:nvPr/>
      </p:nvGrpSpPr>
      <p:grpSpPr>
        <a:xfrm>
          <a:off x="0" y="0"/>
          <a:ext cx="0" cy="0"/>
          <a:chOff x="0" y="0"/>
          <a:chExt cx="0" cy="0"/>
        </a:xfrm>
      </p:grpSpPr>
      <p:sp>
        <p:nvSpPr>
          <p:cNvPr id="70" name="Google Shape;70;p12"/>
          <p:cNvSpPr txBox="1"/>
          <p:nvPr>
            <p:ph type="title"/>
          </p:nvPr>
        </p:nvSpPr>
        <p:spPr>
          <a:xfrm rot="5400000">
            <a:off x="84192005" y="16291851"/>
            <a:ext cx="57521684" cy="30341466"/>
          </a:xfrm>
          <a:prstGeom prst="rect">
            <a:avLst/>
          </a:prstGeom>
          <a:noFill/>
          <a:ln>
            <a:noFill/>
          </a:ln>
        </p:spPr>
        <p:txBody>
          <a:bodyPr anchorCtr="0" anchor="ctr" bIns="219450" lIns="438900" spcFirstLastPara="1" rIns="438900" wrap="square" tIns="21945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2"/>
          <p:cNvSpPr txBox="1"/>
          <p:nvPr>
            <p:ph idx="1" type="body"/>
          </p:nvPr>
        </p:nvSpPr>
        <p:spPr>
          <a:xfrm rot="5400000">
            <a:off x="23190380" y="-13743916"/>
            <a:ext cx="57521684" cy="90413000"/>
          </a:xfrm>
          <a:prstGeom prst="rect">
            <a:avLst/>
          </a:prstGeom>
          <a:noFill/>
          <a:ln>
            <a:noFill/>
          </a:ln>
        </p:spPr>
        <p:txBody>
          <a:bodyPr anchorCtr="0" anchor="t" bIns="219450" lIns="438900" spcFirstLastPara="1" rIns="438900" wrap="square" tIns="21945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2" name="Google Shape;72;p12"/>
          <p:cNvSpPr txBox="1"/>
          <p:nvPr>
            <p:ph idx="10" type="dt"/>
          </p:nvPr>
        </p:nvSpPr>
        <p:spPr>
          <a:xfrm>
            <a:off x="1873171" y="19526650"/>
            <a:ext cx="8741463" cy="1121661"/>
          </a:xfrm>
          <a:prstGeom prst="rect">
            <a:avLst/>
          </a:prstGeom>
          <a:noFill/>
          <a:ln>
            <a:noFill/>
          </a:ln>
        </p:spPr>
        <p:txBody>
          <a:bodyPr anchorCtr="0" anchor="ctr" bIns="219450" lIns="438900" spcFirstLastPara="1" rIns="438900" wrap="square" tIns="21945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2"/>
          <p:cNvSpPr txBox="1"/>
          <p:nvPr>
            <p:ph idx="11" type="ftr"/>
          </p:nvPr>
        </p:nvSpPr>
        <p:spPr>
          <a:xfrm>
            <a:off x="12800001" y="19526650"/>
            <a:ext cx="11863414" cy="1121661"/>
          </a:xfrm>
          <a:prstGeom prst="rect">
            <a:avLst/>
          </a:prstGeom>
          <a:noFill/>
          <a:ln>
            <a:noFill/>
          </a:ln>
        </p:spPr>
        <p:txBody>
          <a:bodyPr anchorCtr="0" anchor="ctr" bIns="219450" lIns="438900" spcFirstLastPara="1" rIns="438900" wrap="square" tIns="21945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2"/>
          <p:cNvSpPr txBox="1"/>
          <p:nvPr>
            <p:ph idx="12" type="sldNum"/>
          </p:nvPr>
        </p:nvSpPr>
        <p:spPr>
          <a:xfrm>
            <a:off x="26848780" y="19526650"/>
            <a:ext cx="8741463" cy="1121661"/>
          </a:xfrm>
          <a:prstGeom prst="rect">
            <a:avLst/>
          </a:prstGeom>
          <a:noFill/>
          <a:ln>
            <a:noFill/>
          </a:ln>
        </p:spPr>
        <p:txBody>
          <a:bodyPr anchorCtr="0" anchor="ctr" bIns="219450" lIns="438900" spcFirstLastPara="1" rIns="438900" wrap="square" tIns="219450">
            <a:noAutofit/>
          </a:bodyPr>
          <a:lstStyle>
            <a:lvl1pPr indent="0" lvl="0"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1873172" y="843686"/>
            <a:ext cx="33717069" cy="3511286"/>
          </a:xfrm>
          <a:prstGeom prst="rect">
            <a:avLst/>
          </a:prstGeom>
          <a:noFill/>
          <a:ln>
            <a:noFill/>
          </a:ln>
        </p:spPr>
        <p:txBody>
          <a:bodyPr anchorCtr="0" anchor="ctr" bIns="219450" lIns="438900" spcFirstLastPara="1" rIns="438900" wrap="square" tIns="219450">
            <a:normAutofit/>
          </a:bodyPr>
          <a:lstStyle>
            <a:lvl1pPr lvl="0" marR="0" rtl="0" algn="ctr">
              <a:lnSpc>
                <a:spcPct val="100000"/>
              </a:lnSpc>
              <a:spcBef>
                <a:spcPts val="0"/>
              </a:spcBef>
              <a:spcAft>
                <a:spcPts val="0"/>
              </a:spcAft>
              <a:buClr>
                <a:schemeClr val="dk1"/>
              </a:buClr>
              <a:buSzPts val="16010"/>
              <a:buFont typeface="Calibri"/>
              <a:buNone/>
              <a:defRPr b="0" i="0" sz="1601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1873172" y="4915803"/>
            <a:ext cx="33717069" cy="13903717"/>
          </a:xfrm>
          <a:prstGeom prst="rect">
            <a:avLst/>
          </a:prstGeom>
          <a:noFill/>
          <a:ln>
            <a:noFill/>
          </a:ln>
        </p:spPr>
        <p:txBody>
          <a:bodyPr anchorCtr="0" anchor="t" bIns="219450" lIns="438900" spcFirstLastPara="1" rIns="438900" wrap="square" tIns="219450">
            <a:normAutofit/>
          </a:bodyPr>
          <a:lstStyle>
            <a:lvl1pPr indent="-970597" lvl="0" marL="457200" marR="0" rtl="0" algn="l">
              <a:lnSpc>
                <a:spcPct val="100000"/>
              </a:lnSpc>
              <a:spcBef>
                <a:spcPts val="2337"/>
              </a:spcBef>
              <a:spcAft>
                <a:spcPts val="0"/>
              </a:spcAft>
              <a:buClr>
                <a:schemeClr val="dk1"/>
              </a:buClr>
              <a:buSzPts val="11685"/>
              <a:buFont typeface="Arial"/>
              <a:buChar char="•"/>
              <a:defRPr b="0" i="0" sz="11685" u="none" cap="none" strike="noStrike">
                <a:solidFill>
                  <a:schemeClr val="dk1"/>
                </a:solidFill>
                <a:latin typeface="Calibri"/>
                <a:ea typeface="Calibri"/>
                <a:cs typeface="Calibri"/>
                <a:sym typeface="Calibri"/>
              </a:defRPr>
            </a:lvl1pPr>
            <a:lvl2pPr indent="-874267" lvl="1" marL="914400" marR="0" rtl="0" algn="l">
              <a:lnSpc>
                <a:spcPct val="100000"/>
              </a:lnSpc>
              <a:spcBef>
                <a:spcPts val="2034"/>
              </a:spcBef>
              <a:spcAft>
                <a:spcPts val="0"/>
              </a:spcAft>
              <a:buClr>
                <a:schemeClr val="dk1"/>
              </a:buClr>
              <a:buSzPts val="10168"/>
              <a:buFont typeface="Arial"/>
              <a:buChar char="–"/>
              <a:defRPr b="0" i="0" sz="10168" u="none" cap="none" strike="noStrike">
                <a:solidFill>
                  <a:schemeClr val="dk1"/>
                </a:solidFill>
                <a:latin typeface="Calibri"/>
                <a:ea typeface="Calibri"/>
                <a:cs typeface="Calibri"/>
                <a:sym typeface="Calibri"/>
              </a:defRPr>
            </a:lvl2pPr>
            <a:lvl3pPr indent="-782701" lvl="2" marL="1371600" marR="0" rtl="0" algn="l">
              <a:lnSpc>
                <a:spcPct val="100000"/>
              </a:lnSpc>
              <a:spcBef>
                <a:spcPts val="1745"/>
              </a:spcBef>
              <a:spcAft>
                <a:spcPts val="0"/>
              </a:spcAft>
              <a:buClr>
                <a:schemeClr val="dk1"/>
              </a:buClr>
              <a:buSzPts val="8726"/>
              <a:buFont typeface="Arial"/>
              <a:buChar char="•"/>
              <a:defRPr b="0" i="0" sz="8726" u="none" cap="none" strike="noStrike">
                <a:solidFill>
                  <a:schemeClr val="dk1"/>
                </a:solidFill>
                <a:latin typeface="Calibri"/>
                <a:ea typeface="Calibri"/>
                <a:cs typeface="Calibri"/>
                <a:sym typeface="Calibri"/>
              </a:defRPr>
            </a:lvl3pPr>
            <a:lvl4pPr indent="-695960" lvl="3" marL="1828800" marR="0" rtl="0" algn="l">
              <a:lnSpc>
                <a:spcPct val="100000"/>
              </a:lnSpc>
              <a:spcBef>
                <a:spcPts val="1472"/>
              </a:spcBef>
              <a:spcAft>
                <a:spcPts val="0"/>
              </a:spcAft>
              <a:buClr>
                <a:schemeClr val="dk1"/>
              </a:buClr>
              <a:buSzPts val="7360"/>
              <a:buFont typeface="Arial"/>
              <a:buChar char="–"/>
              <a:defRPr b="0" i="0" sz="7360" u="none" cap="none" strike="noStrike">
                <a:solidFill>
                  <a:schemeClr val="dk1"/>
                </a:solidFill>
                <a:latin typeface="Calibri"/>
                <a:ea typeface="Calibri"/>
                <a:cs typeface="Calibri"/>
                <a:sym typeface="Calibri"/>
              </a:defRPr>
            </a:lvl4pPr>
            <a:lvl5pPr indent="-695960" lvl="4" marL="2286000" marR="0" rtl="0" algn="l">
              <a:lnSpc>
                <a:spcPct val="100000"/>
              </a:lnSpc>
              <a:spcBef>
                <a:spcPts val="1472"/>
              </a:spcBef>
              <a:spcAft>
                <a:spcPts val="0"/>
              </a:spcAft>
              <a:buClr>
                <a:schemeClr val="dk1"/>
              </a:buClr>
              <a:buSzPts val="7360"/>
              <a:buFont typeface="Arial"/>
              <a:buChar char="»"/>
              <a:defRPr b="0" i="0" sz="7360" u="none" cap="none" strike="noStrike">
                <a:solidFill>
                  <a:schemeClr val="dk1"/>
                </a:solidFill>
                <a:latin typeface="Calibri"/>
                <a:ea typeface="Calibri"/>
                <a:cs typeface="Calibri"/>
                <a:sym typeface="Calibri"/>
              </a:defRPr>
            </a:lvl5pPr>
            <a:lvl6pPr indent="-695960" lvl="5" marL="2743200" marR="0" rtl="0" algn="l">
              <a:lnSpc>
                <a:spcPct val="100000"/>
              </a:lnSpc>
              <a:spcBef>
                <a:spcPts val="1472"/>
              </a:spcBef>
              <a:spcAft>
                <a:spcPts val="0"/>
              </a:spcAft>
              <a:buClr>
                <a:schemeClr val="dk1"/>
              </a:buClr>
              <a:buSzPts val="7360"/>
              <a:buFont typeface="Arial"/>
              <a:buChar char="•"/>
              <a:defRPr b="0" i="0" sz="7360" u="none" cap="none" strike="noStrike">
                <a:solidFill>
                  <a:schemeClr val="dk1"/>
                </a:solidFill>
                <a:latin typeface="Calibri"/>
                <a:ea typeface="Calibri"/>
                <a:cs typeface="Calibri"/>
                <a:sym typeface="Calibri"/>
              </a:defRPr>
            </a:lvl6pPr>
            <a:lvl7pPr indent="-695960" lvl="6" marL="3200400" marR="0" rtl="0" algn="l">
              <a:lnSpc>
                <a:spcPct val="100000"/>
              </a:lnSpc>
              <a:spcBef>
                <a:spcPts val="1472"/>
              </a:spcBef>
              <a:spcAft>
                <a:spcPts val="0"/>
              </a:spcAft>
              <a:buClr>
                <a:schemeClr val="dk1"/>
              </a:buClr>
              <a:buSzPts val="7360"/>
              <a:buFont typeface="Arial"/>
              <a:buChar char="•"/>
              <a:defRPr b="0" i="0" sz="7360" u="none" cap="none" strike="noStrike">
                <a:solidFill>
                  <a:schemeClr val="dk1"/>
                </a:solidFill>
                <a:latin typeface="Calibri"/>
                <a:ea typeface="Calibri"/>
                <a:cs typeface="Calibri"/>
                <a:sym typeface="Calibri"/>
              </a:defRPr>
            </a:lvl7pPr>
            <a:lvl8pPr indent="-695960" lvl="7" marL="3657600" marR="0" rtl="0" algn="l">
              <a:lnSpc>
                <a:spcPct val="100000"/>
              </a:lnSpc>
              <a:spcBef>
                <a:spcPts val="1472"/>
              </a:spcBef>
              <a:spcAft>
                <a:spcPts val="0"/>
              </a:spcAft>
              <a:buClr>
                <a:schemeClr val="dk1"/>
              </a:buClr>
              <a:buSzPts val="7360"/>
              <a:buFont typeface="Arial"/>
              <a:buChar char="•"/>
              <a:defRPr b="0" i="0" sz="7360" u="none" cap="none" strike="noStrike">
                <a:solidFill>
                  <a:schemeClr val="dk1"/>
                </a:solidFill>
                <a:latin typeface="Calibri"/>
                <a:ea typeface="Calibri"/>
                <a:cs typeface="Calibri"/>
                <a:sym typeface="Calibri"/>
              </a:defRPr>
            </a:lvl8pPr>
            <a:lvl9pPr indent="-695959" lvl="8" marL="4114800" marR="0" rtl="0" algn="l">
              <a:lnSpc>
                <a:spcPct val="100000"/>
              </a:lnSpc>
              <a:spcBef>
                <a:spcPts val="1472"/>
              </a:spcBef>
              <a:spcAft>
                <a:spcPts val="0"/>
              </a:spcAft>
              <a:buClr>
                <a:schemeClr val="dk1"/>
              </a:buClr>
              <a:buSzPts val="7360"/>
              <a:buFont typeface="Arial"/>
              <a:buChar char="•"/>
              <a:defRPr b="0" i="0" sz="736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1873171" y="19526650"/>
            <a:ext cx="8741463" cy="1121661"/>
          </a:xfrm>
          <a:prstGeom prst="rect">
            <a:avLst/>
          </a:prstGeom>
          <a:noFill/>
          <a:ln>
            <a:noFill/>
          </a:ln>
        </p:spPr>
        <p:txBody>
          <a:bodyPr anchorCtr="0" anchor="ctr" bIns="219450" lIns="438900" spcFirstLastPara="1" rIns="438900" wrap="square" tIns="219450">
            <a:noAutofit/>
          </a:bodyPr>
          <a:lstStyle>
            <a:lvl1pPr lvl="0" marR="0" rtl="0" algn="l">
              <a:lnSpc>
                <a:spcPct val="100000"/>
              </a:lnSpc>
              <a:spcBef>
                <a:spcPts val="0"/>
              </a:spcBef>
              <a:spcAft>
                <a:spcPts val="0"/>
              </a:spcAft>
              <a:buClr>
                <a:srgbClr val="000000"/>
              </a:buClr>
              <a:buSzPts val="1400"/>
              <a:buFont typeface="Arial"/>
              <a:buNone/>
              <a:defRPr b="0" i="0" sz="4325"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6214"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6214"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6214"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6214"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6214"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6214"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6214"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6214"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12800001" y="19526650"/>
            <a:ext cx="11863414" cy="1121661"/>
          </a:xfrm>
          <a:prstGeom prst="rect">
            <a:avLst/>
          </a:prstGeom>
          <a:noFill/>
          <a:ln>
            <a:noFill/>
          </a:ln>
        </p:spPr>
        <p:txBody>
          <a:bodyPr anchorCtr="0" anchor="ctr" bIns="219450" lIns="438900" spcFirstLastPara="1" rIns="438900" wrap="square" tIns="219450">
            <a:noAutofit/>
          </a:bodyPr>
          <a:lstStyle>
            <a:lvl1pPr lvl="0" marR="0" rtl="0" algn="ctr">
              <a:lnSpc>
                <a:spcPct val="100000"/>
              </a:lnSpc>
              <a:spcBef>
                <a:spcPts val="0"/>
              </a:spcBef>
              <a:spcAft>
                <a:spcPts val="0"/>
              </a:spcAft>
              <a:buClr>
                <a:srgbClr val="000000"/>
              </a:buClr>
              <a:buSzPts val="1400"/>
              <a:buFont typeface="Arial"/>
              <a:buNone/>
              <a:defRPr b="0" i="0" sz="4325"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6214"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6214"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6214"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6214"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6214"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6214"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6214"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6214"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26848780" y="19526650"/>
            <a:ext cx="8741463" cy="1121661"/>
          </a:xfrm>
          <a:prstGeom prst="rect">
            <a:avLst/>
          </a:prstGeom>
          <a:noFill/>
          <a:ln>
            <a:noFill/>
          </a:ln>
        </p:spPr>
        <p:txBody>
          <a:bodyPr anchorCtr="0" anchor="ctr" bIns="219450" lIns="438900" spcFirstLastPara="1" rIns="438900" wrap="square" tIns="219450">
            <a:noAutofit/>
          </a:bodyPr>
          <a:lstStyle>
            <a:lvl1pPr indent="0" lvl="0" marL="0" marR="0" rtl="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4325"/>
              <a:buFont typeface="Arial"/>
              <a:buNone/>
              <a:defRPr b="0" i="0" sz="4325"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5.png"/><Relationship Id="rId10" Type="http://schemas.openxmlformats.org/officeDocument/2006/relationships/image" Target="../media/image1.png"/><Relationship Id="rId13" Type="http://schemas.openxmlformats.org/officeDocument/2006/relationships/image" Target="../media/image13.png"/><Relationship Id="rId12" Type="http://schemas.openxmlformats.org/officeDocument/2006/relationships/image" Target="../media/image4.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gif"/><Relationship Id="rId4" Type="http://schemas.openxmlformats.org/officeDocument/2006/relationships/image" Target="../media/image6.png"/><Relationship Id="rId9" Type="http://schemas.openxmlformats.org/officeDocument/2006/relationships/image" Target="../media/image12.png"/><Relationship Id="rId15" Type="http://schemas.openxmlformats.org/officeDocument/2006/relationships/image" Target="../media/image17.png"/><Relationship Id="rId14" Type="http://schemas.openxmlformats.org/officeDocument/2006/relationships/image" Target="../media/image11.png"/><Relationship Id="rId17" Type="http://schemas.openxmlformats.org/officeDocument/2006/relationships/image" Target="../media/image7.png"/><Relationship Id="rId16" Type="http://schemas.openxmlformats.org/officeDocument/2006/relationships/image" Target="../media/image9.png"/><Relationship Id="rId5" Type="http://schemas.openxmlformats.org/officeDocument/2006/relationships/image" Target="../media/image2.png"/><Relationship Id="rId19" Type="http://schemas.openxmlformats.org/officeDocument/2006/relationships/image" Target="../media/image10.png"/><Relationship Id="rId6" Type="http://schemas.openxmlformats.org/officeDocument/2006/relationships/image" Target="../media/image8.jpg"/><Relationship Id="rId18" Type="http://schemas.openxmlformats.org/officeDocument/2006/relationships/image" Target="../media/image16.png"/><Relationship Id="rId7" Type="http://schemas.openxmlformats.org/officeDocument/2006/relationships/image" Target="../media/image15.png"/><Relationship Id="rId8"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8" name="Shape 78"/>
        <p:cNvGrpSpPr/>
        <p:nvPr/>
      </p:nvGrpSpPr>
      <p:grpSpPr>
        <a:xfrm>
          <a:off x="0" y="0"/>
          <a:ext cx="0" cy="0"/>
          <a:chOff x="0" y="0"/>
          <a:chExt cx="0" cy="0"/>
        </a:xfrm>
      </p:grpSpPr>
      <p:sp>
        <p:nvSpPr>
          <p:cNvPr id="79" name="Google Shape;79;p13"/>
          <p:cNvSpPr/>
          <p:nvPr/>
        </p:nvSpPr>
        <p:spPr>
          <a:xfrm>
            <a:off x="443925" y="12400125"/>
            <a:ext cx="7082700" cy="8426400"/>
          </a:xfrm>
          <a:prstGeom prst="roundRect">
            <a:avLst>
              <a:gd fmla="val 3206" name="adj"/>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726"/>
              <a:buFont typeface="Arial"/>
              <a:buNone/>
            </a:pPr>
            <a:r>
              <a:t/>
            </a:r>
            <a:endParaRPr b="0" i="0" sz="8726" u="none" cap="none" strike="noStrike">
              <a:solidFill>
                <a:schemeClr val="dk1"/>
              </a:solidFill>
              <a:latin typeface="Century Gothic"/>
              <a:ea typeface="Century Gothic"/>
              <a:cs typeface="Century Gothic"/>
              <a:sym typeface="Century Gothic"/>
            </a:endParaRPr>
          </a:p>
        </p:txBody>
      </p:sp>
      <p:sp>
        <p:nvSpPr>
          <p:cNvPr id="80" name="Google Shape;80;p13"/>
          <p:cNvSpPr/>
          <p:nvPr/>
        </p:nvSpPr>
        <p:spPr>
          <a:xfrm>
            <a:off x="430132" y="414919"/>
            <a:ext cx="36589331" cy="3516900"/>
          </a:xfrm>
          <a:prstGeom prst="roundRect">
            <a:avLst>
              <a:gd fmla="val 4450" name="adj"/>
            </a:avLst>
          </a:prstGeom>
          <a:solidFill>
            <a:schemeClr val="dk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726"/>
              <a:buFont typeface="Arial"/>
              <a:buNone/>
            </a:pPr>
            <a:r>
              <a:t/>
            </a:r>
            <a:endParaRPr b="0" i="0" sz="8726" u="none" cap="none" strike="noStrike">
              <a:solidFill>
                <a:schemeClr val="dk1"/>
              </a:solidFill>
              <a:latin typeface="Century Gothic"/>
              <a:ea typeface="Century Gothic"/>
              <a:cs typeface="Century Gothic"/>
              <a:sym typeface="Century Gothic"/>
            </a:endParaRPr>
          </a:p>
        </p:txBody>
      </p:sp>
      <p:sp>
        <p:nvSpPr>
          <p:cNvPr id="81" name="Google Shape;81;p13"/>
          <p:cNvSpPr/>
          <p:nvPr/>
        </p:nvSpPr>
        <p:spPr>
          <a:xfrm>
            <a:off x="7774000" y="4249400"/>
            <a:ext cx="5942100" cy="16577100"/>
          </a:xfrm>
          <a:prstGeom prst="roundRect">
            <a:avLst>
              <a:gd fmla="val 4767" name="adj"/>
            </a:avLst>
          </a:prstGeom>
          <a:solidFill>
            <a:srgbClr val="737373"/>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8726"/>
              <a:buFont typeface="Arial"/>
              <a:buNone/>
            </a:pPr>
            <a:r>
              <a:t/>
            </a:r>
            <a:endParaRPr b="0" i="0" sz="8726" u="none" cap="none" strike="noStrike">
              <a:solidFill>
                <a:schemeClr val="dk1"/>
              </a:solidFill>
              <a:latin typeface="Century Gothic"/>
              <a:ea typeface="Century Gothic"/>
              <a:cs typeface="Century Gothic"/>
              <a:sym typeface="Century Gothic"/>
            </a:endParaRPr>
          </a:p>
        </p:txBody>
      </p:sp>
      <p:sp>
        <p:nvSpPr>
          <p:cNvPr id="82" name="Google Shape;82;p13"/>
          <p:cNvSpPr/>
          <p:nvPr/>
        </p:nvSpPr>
        <p:spPr>
          <a:xfrm>
            <a:off x="442775" y="4249325"/>
            <a:ext cx="7082700" cy="7833300"/>
          </a:xfrm>
          <a:prstGeom prst="roundRect">
            <a:avLst>
              <a:gd fmla="val 3206" name="adj"/>
            </a:avLst>
          </a:prstGeom>
          <a:solidFill>
            <a:srgbClr val="BFBFB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entury Gothic"/>
              <a:ea typeface="Century Gothic"/>
              <a:cs typeface="Century Gothic"/>
              <a:sym typeface="Century Gothic"/>
            </a:endParaRPr>
          </a:p>
        </p:txBody>
      </p:sp>
      <p:sp>
        <p:nvSpPr>
          <p:cNvPr id="83" name="Google Shape;83;p13"/>
          <p:cNvSpPr/>
          <p:nvPr/>
        </p:nvSpPr>
        <p:spPr>
          <a:xfrm>
            <a:off x="13998100" y="4249325"/>
            <a:ext cx="15455400" cy="16577100"/>
          </a:xfrm>
          <a:prstGeom prst="roundRect">
            <a:avLst>
              <a:gd fmla="val 2650" name="adj"/>
            </a:avLst>
          </a:prstGeom>
          <a:solidFill>
            <a:srgbClr val="88888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100"/>
              <a:buFont typeface="Arial"/>
              <a:buNone/>
            </a:pPr>
            <a:r>
              <a:t/>
            </a:r>
            <a:endParaRPr b="0" i="0" sz="2800" u="none" cap="none" strike="noStrike">
              <a:solidFill>
                <a:schemeClr val="dk1"/>
              </a:solidFill>
              <a:latin typeface="Century Gothic"/>
              <a:ea typeface="Century Gothic"/>
              <a:cs typeface="Century Gothic"/>
              <a:sym typeface="Century Gothic"/>
            </a:endParaRPr>
          </a:p>
        </p:txBody>
      </p:sp>
      <p:sp>
        <p:nvSpPr>
          <p:cNvPr id="84" name="Google Shape;84;p13"/>
          <p:cNvSpPr/>
          <p:nvPr/>
        </p:nvSpPr>
        <p:spPr>
          <a:xfrm>
            <a:off x="29717350" y="16293675"/>
            <a:ext cx="7302114" cy="4532850"/>
          </a:xfrm>
          <a:prstGeom prst="roundRect">
            <a:avLst>
              <a:gd fmla="val 3951" name="adj"/>
            </a:avLst>
          </a:prstGeom>
          <a:solidFill>
            <a:srgbClr val="E3163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8726"/>
              <a:buFont typeface="Arial"/>
              <a:buNone/>
            </a:pPr>
            <a:r>
              <a:t/>
            </a:r>
            <a:endParaRPr b="0" i="0" sz="8726" u="none" cap="none" strike="noStrike">
              <a:solidFill>
                <a:schemeClr val="dk1"/>
              </a:solidFill>
              <a:latin typeface="Century Gothic"/>
              <a:ea typeface="Century Gothic"/>
              <a:cs typeface="Century Gothic"/>
              <a:sym typeface="Century Gothic"/>
            </a:endParaRPr>
          </a:p>
        </p:txBody>
      </p:sp>
      <p:sp>
        <p:nvSpPr>
          <p:cNvPr id="85" name="Google Shape;85;p13"/>
          <p:cNvSpPr/>
          <p:nvPr/>
        </p:nvSpPr>
        <p:spPr>
          <a:xfrm>
            <a:off x="29717375" y="4249401"/>
            <a:ext cx="7302114" cy="11888750"/>
          </a:xfrm>
          <a:prstGeom prst="roundRect">
            <a:avLst>
              <a:gd fmla="val 3951" name="adj"/>
            </a:avLst>
          </a:prstGeom>
          <a:solidFill>
            <a:srgbClr val="E3163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entury Gothic"/>
              <a:ea typeface="Century Gothic"/>
              <a:cs typeface="Century Gothic"/>
              <a:sym typeface="Century Gothic"/>
            </a:endParaRPr>
          </a:p>
        </p:txBody>
      </p:sp>
      <p:sp>
        <p:nvSpPr>
          <p:cNvPr id="86" name="Google Shape;86;p13"/>
          <p:cNvSpPr txBox="1"/>
          <p:nvPr/>
        </p:nvSpPr>
        <p:spPr>
          <a:xfrm>
            <a:off x="611335" y="4405743"/>
            <a:ext cx="66924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chemeClr val="dk1"/>
                </a:solidFill>
                <a:latin typeface="Century Gothic"/>
                <a:ea typeface="Century Gothic"/>
                <a:cs typeface="Century Gothic"/>
                <a:sym typeface="Century Gothic"/>
              </a:rPr>
              <a:t>Abstract</a:t>
            </a:r>
            <a:endParaRPr b="1" i="0" sz="4800" u="none" cap="none" strike="noStrike">
              <a:solidFill>
                <a:schemeClr val="dk1"/>
              </a:solidFill>
              <a:latin typeface="Century Gothic"/>
              <a:ea typeface="Century Gothic"/>
              <a:cs typeface="Century Gothic"/>
              <a:sym typeface="Century Gothic"/>
            </a:endParaRPr>
          </a:p>
        </p:txBody>
      </p:sp>
      <p:sp>
        <p:nvSpPr>
          <p:cNvPr id="87" name="Google Shape;87;p13"/>
          <p:cNvSpPr txBox="1"/>
          <p:nvPr/>
        </p:nvSpPr>
        <p:spPr>
          <a:xfrm>
            <a:off x="700550" y="5511575"/>
            <a:ext cx="6692400" cy="62493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100"/>
              <a:buFont typeface="Arial"/>
              <a:buNone/>
            </a:pPr>
            <a:r>
              <a:rPr b="0" i="0" lang="en-US" sz="2500" u="none" cap="none" strike="noStrike">
                <a:solidFill>
                  <a:schemeClr val="dk1"/>
                </a:solidFill>
                <a:latin typeface="Century Gothic"/>
                <a:ea typeface="Century Gothic"/>
                <a:cs typeface="Century Gothic"/>
                <a:sym typeface="Century Gothic"/>
              </a:rPr>
              <a:t>Mitochondrial function requires precise coordination between mitochondrial and nuclear genomes. This study focuses on GPS2 (</a:t>
            </a:r>
            <a:r>
              <a:rPr b="1" i="0" lang="en-US" sz="2500" u="none" cap="none" strike="noStrike">
                <a:solidFill>
                  <a:schemeClr val="dk1"/>
                </a:solidFill>
                <a:latin typeface="Century Gothic"/>
                <a:ea typeface="Century Gothic"/>
                <a:cs typeface="Century Gothic"/>
                <a:sym typeface="Century Gothic"/>
              </a:rPr>
              <a:t>G-protein Pathway Suppressor 2), </a:t>
            </a:r>
            <a:r>
              <a:rPr b="0" i="0" lang="en-US" sz="2500" u="none" cap="none" strike="noStrike">
                <a:solidFill>
                  <a:schemeClr val="dk1"/>
                </a:solidFill>
                <a:latin typeface="Century Gothic"/>
                <a:ea typeface="Century Gothic"/>
                <a:cs typeface="Century Gothic"/>
                <a:sym typeface="Century Gothic"/>
              </a:rPr>
              <a:t>a key mediator of mitochondrial retrograde signaling. We hypothesize that GPS2 is recruited to </a:t>
            </a:r>
            <a:r>
              <a:rPr b="1" i="0" lang="en-US" sz="2500" u="none" cap="none" strike="noStrike">
                <a:solidFill>
                  <a:schemeClr val="dk1"/>
                </a:solidFill>
                <a:latin typeface="Century Gothic"/>
                <a:ea typeface="Century Gothic"/>
                <a:cs typeface="Century Gothic"/>
                <a:sym typeface="Century Gothic"/>
              </a:rPr>
              <a:t>nuclear stress response genes</a:t>
            </a:r>
            <a:r>
              <a:rPr b="0" i="0" lang="en-US" sz="2500" u="none" cap="none" strike="noStrike">
                <a:solidFill>
                  <a:schemeClr val="dk1"/>
                </a:solidFill>
                <a:latin typeface="Century Gothic"/>
                <a:ea typeface="Century Gothic"/>
                <a:cs typeface="Century Gothic"/>
                <a:sym typeface="Century Gothic"/>
              </a:rPr>
              <a:t> through interactions with the transcription factors </a:t>
            </a:r>
            <a:r>
              <a:rPr b="1" i="0" lang="en-US" sz="2500" u="none" cap="none" strike="noStrike">
                <a:solidFill>
                  <a:schemeClr val="dk1"/>
                </a:solidFill>
                <a:latin typeface="Century Gothic"/>
                <a:ea typeface="Century Gothic"/>
                <a:cs typeface="Century Gothic"/>
                <a:sym typeface="Century Gothic"/>
              </a:rPr>
              <a:t>ATF3, ATF4, and ATF5</a:t>
            </a:r>
            <a:r>
              <a:rPr b="0" i="0" lang="en-US" sz="2500" u="none" cap="none" strike="noStrike">
                <a:solidFill>
                  <a:schemeClr val="dk1"/>
                </a:solidFill>
                <a:latin typeface="Century Gothic"/>
                <a:ea typeface="Century Gothic"/>
                <a:cs typeface="Century Gothic"/>
                <a:sym typeface="Century Gothic"/>
              </a:rPr>
              <a:t>. Through the integration of ChIP-seq data, we have identified key co-regulated genes, indicating a </a:t>
            </a:r>
            <a:r>
              <a:rPr b="1" i="0" lang="en-US" sz="2500" u="none" cap="none" strike="noStrike">
                <a:solidFill>
                  <a:schemeClr val="dk1"/>
                </a:solidFill>
                <a:latin typeface="Century Gothic"/>
                <a:ea typeface="Century Gothic"/>
                <a:cs typeface="Century Gothic"/>
                <a:sym typeface="Century Gothic"/>
              </a:rPr>
              <a:t>coordinated role for GPS2 and ATF4 in regulating mitochondrial stress responses</a:t>
            </a:r>
            <a:r>
              <a:rPr b="0" i="0" lang="en-US" sz="2500" u="none" cap="none" strike="noStrike">
                <a:solidFill>
                  <a:schemeClr val="dk1"/>
                </a:solidFill>
                <a:latin typeface="Century Gothic"/>
                <a:ea typeface="Century Gothic"/>
                <a:cs typeface="Century Gothic"/>
                <a:sym typeface="Century Gothic"/>
              </a:rPr>
              <a:t>, with evidence suggesting potential direct interactions between GPS2 and ATF4.</a:t>
            </a:r>
            <a:endParaRPr b="0" i="0" sz="2500" u="none" cap="none" strike="noStrike">
              <a:solidFill>
                <a:schemeClr val="dk1"/>
              </a:solidFill>
              <a:latin typeface="Century Gothic"/>
              <a:ea typeface="Century Gothic"/>
              <a:cs typeface="Century Gothic"/>
              <a:sym typeface="Century Gothic"/>
            </a:endParaRPr>
          </a:p>
        </p:txBody>
      </p:sp>
      <p:sp>
        <p:nvSpPr>
          <p:cNvPr id="88" name="Google Shape;88;p13"/>
          <p:cNvSpPr txBox="1"/>
          <p:nvPr/>
        </p:nvSpPr>
        <p:spPr>
          <a:xfrm>
            <a:off x="6719431" y="700235"/>
            <a:ext cx="26619900" cy="954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chemeClr val="lt1"/>
              </a:buClr>
              <a:buSzPts val="6487"/>
              <a:buFont typeface="Century Gothic"/>
              <a:buNone/>
            </a:pPr>
            <a:r>
              <a:rPr b="1" i="0" lang="en-US" sz="5887" u="none" cap="none" strike="noStrike">
                <a:solidFill>
                  <a:schemeClr val="lt1"/>
                </a:solidFill>
                <a:latin typeface="Century Gothic"/>
                <a:ea typeface="Century Gothic"/>
                <a:cs typeface="Century Gothic"/>
                <a:sym typeface="Century Gothic"/>
              </a:rPr>
              <a:t>Exploring GPS2 and ATF4 Crosstalk in Mitochondrial Stress Response</a:t>
            </a:r>
            <a:endParaRPr b="0" i="0" sz="3500" u="none" cap="none" strike="noStrike">
              <a:solidFill>
                <a:srgbClr val="000000"/>
              </a:solidFill>
              <a:latin typeface="Arial"/>
              <a:ea typeface="Arial"/>
              <a:cs typeface="Arial"/>
              <a:sym typeface="Arial"/>
            </a:endParaRPr>
          </a:p>
        </p:txBody>
      </p:sp>
      <p:sp>
        <p:nvSpPr>
          <p:cNvPr id="89" name="Google Shape;89;p13"/>
          <p:cNvSpPr txBox="1"/>
          <p:nvPr/>
        </p:nvSpPr>
        <p:spPr>
          <a:xfrm>
            <a:off x="2817500" y="1654225"/>
            <a:ext cx="32565900" cy="2184444"/>
          </a:xfrm>
          <a:prstGeom prst="rect">
            <a:avLst/>
          </a:prstGeom>
          <a:noFill/>
          <a:ln>
            <a:noFill/>
          </a:ln>
        </p:spPr>
        <p:txBody>
          <a:bodyPr anchorCtr="0" anchor="t" bIns="0" lIns="0" spcFirstLastPara="1" rIns="0" wrap="square" tIns="0">
            <a:spAutoFit/>
          </a:bodyPr>
          <a:lstStyle/>
          <a:p>
            <a:pPr indent="0" lvl="0" marL="0" marR="0" rtl="0" algn="ctr">
              <a:lnSpc>
                <a:spcPct val="115000"/>
              </a:lnSpc>
              <a:spcBef>
                <a:spcPts val="0"/>
              </a:spcBef>
              <a:spcAft>
                <a:spcPts val="0"/>
              </a:spcAft>
              <a:buClr>
                <a:schemeClr val="lt1"/>
              </a:buClr>
              <a:buSzPts val="4211"/>
              <a:buFont typeface="Arial"/>
              <a:buNone/>
            </a:pPr>
            <a:r>
              <a:rPr b="0" i="0" lang="en-US" sz="4211" u="none" cap="none" strike="noStrike">
                <a:solidFill>
                  <a:schemeClr val="lt1"/>
                </a:solidFill>
                <a:latin typeface="Century Gothic"/>
                <a:ea typeface="Century Gothic"/>
                <a:cs typeface="Century Gothic"/>
                <a:sym typeface="Century Gothic"/>
              </a:rPr>
              <a:t>Jawahar Mahendran</a:t>
            </a:r>
            <a:r>
              <a:rPr b="0" baseline="30000" i="0" lang="en-US" sz="4211" u="none" cap="none" strike="noStrike">
                <a:solidFill>
                  <a:schemeClr val="lt1"/>
                </a:solidFill>
                <a:latin typeface="Century Gothic"/>
                <a:ea typeface="Century Gothic"/>
                <a:cs typeface="Century Gothic"/>
                <a:sym typeface="Century Gothic"/>
              </a:rPr>
              <a:t>1</a:t>
            </a:r>
            <a:r>
              <a:rPr b="0" i="0" lang="en-US" sz="4211" u="none" cap="none" strike="noStrike">
                <a:solidFill>
                  <a:schemeClr val="lt1"/>
                </a:solidFill>
                <a:latin typeface="Century Gothic"/>
                <a:ea typeface="Century Gothic"/>
                <a:cs typeface="Century Gothic"/>
                <a:sym typeface="Century Gothic"/>
              </a:rPr>
              <a:t>, Valentina Perissi</a:t>
            </a:r>
            <a:r>
              <a:rPr b="0" baseline="30000" i="0" lang="en-US" sz="4211" u="none" cap="none" strike="noStrike">
                <a:solidFill>
                  <a:schemeClr val="lt1"/>
                </a:solidFill>
                <a:latin typeface="Century Gothic"/>
                <a:ea typeface="Century Gothic"/>
                <a:cs typeface="Century Gothic"/>
                <a:sym typeface="Century Gothic"/>
              </a:rPr>
              <a:t>2</a:t>
            </a:r>
            <a:r>
              <a:rPr b="0" i="0" lang="en-US" sz="4211" u="none" cap="none" strike="noStrike">
                <a:solidFill>
                  <a:schemeClr val="lt1"/>
                </a:solidFill>
                <a:latin typeface="Century Gothic"/>
                <a:ea typeface="Century Gothic"/>
                <a:cs typeface="Century Gothic"/>
                <a:sym typeface="Century Gothic"/>
              </a:rPr>
              <a:t> and Joseph Orofino</a:t>
            </a:r>
            <a:r>
              <a:rPr b="0" baseline="30000" i="0" lang="en-US" sz="4211" u="none" cap="none" strike="noStrike">
                <a:solidFill>
                  <a:schemeClr val="lt1"/>
                </a:solidFill>
                <a:latin typeface="Century Gothic"/>
                <a:ea typeface="Century Gothic"/>
                <a:cs typeface="Century Gothic"/>
                <a:sym typeface="Century Gothic"/>
              </a:rPr>
              <a:t>3</a:t>
            </a:r>
            <a:endParaRPr b="0" baseline="30000" i="0" sz="4211" u="none" cap="none" strike="noStrike">
              <a:solidFill>
                <a:schemeClr val="lt1"/>
              </a:solidFill>
              <a:latin typeface="Century Gothic"/>
              <a:ea typeface="Century Gothic"/>
              <a:cs typeface="Century Gothic"/>
              <a:sym typeface="Century Gothic"/>
            </a:endParaRPr>
          </a:p>
          <a:p>
            <a:pPr indent="0" lvl="0" marL="0" marR="0" rtl="0" algn="ctr">
              <a:lnSpc>
                <a:spcPct val="115000"/>
              </a:lnSpc>
              <a:spcBef>
                <a:spcPts val="0"/>
              </a:spcBef>
              <a:spcAft>
                <a:spcPts val="0"/>
              </a:spcAft>
              <a:buClr>
                <a:schemeClr val="lt1"/>
              </a:buClr>
              <a:buSzPts val="4211"/>
              <a:buFont typeface="Arial"/>
              <a:buNone/>
            </a:pPr>
            <a:r>
              <a:rPr b="0" i="0" lang="en-US" sz="2711" u="none" cap="none" strike="noStrike">
                <a:solidFill>
                  <a:schemeClr val="lt1"/>
                </a:solidFill>
                <a:latin typeface="Century Gothic"/>
                <a:ea typeface="Century Gothic"/>
                <a:cs typeface="Century Gothic"/>
                <a:sym typeface="Century Gothic"/>
              </a:rPr>
              <a:t>1. Masters Student, Bioinformatics, Faculty of Computing and Data Science, Boston University</a:t>
            </a:r>
            <a:endParaRPr b="0" i="0" sz="2711" u="none" cap="none" strike="noStrike">
              <a:solidFill>
                <a:schemeClr val="lt1"/>
              </a:solidFill>
              <a:latin typeface="Century Gothic"/>
              <a:ea typeface="Century Gothic"/>
              <a:cs typeface="Century Gothic"/>
              <a:sym typeface="Century Gothic"/>
            </a:endParaRPr>
          </a:p>
          <a:p>
            <a:pPr indent="0" lvl="0" marL="0" marR="0" rtl="0" algn="ctr">
              <a:lnSpc>
                <a:spcPct val="115000"/>
              </a:lnSpc>
              <a:spcBef>
                <a:spcPts val="0"/>
              </a:spcBef>
              <a:spcAft>
                <a:spcPts val="0"/>
              </a:spcAft>
              <a:buClr>
                <a:schemeClr val="lt1"/>
              </a:buClr>
              <a:buSzPts val="4211"/>
              <a:buFont typeface="Arial"/>
              <a:buNone/>
            </a:pPr>
            <a:r>
              <a:rPr b="0" i="0" lang="en-US" sz="2711" u="none" cap="none" strike="noStrike">
                <a:solidFill>
                  <a:schemeClr val="lt1"/>
                </a:solidFill>
                <a:latin typeface="Century Gothic"/>
                <a:ea typeface="Century Gothic"/>
                <a:cs typeface="Century Gothic"/>
                <a:sym typeface="Century Gothic"/>
              </a:rPr>
              <a:t>2. Department of Biochemistry and Cell Biology, Chobanian and Avedisian School of Medicine, BUSM</a:t>
            </a:r>
            <a:endParaRPr b="0" i="0" sz="2711" u="none" cap="none" strike="noStrike">
              <a:solidFill>
                <a:schemeClr val="lt1"/>
              </a:solidFill>
              <a:latin typeface="Century Gothic"/>
              <a:ea typeface="Century Gothic"/>
              <a:cs typeface="Century Gothic"/>
              <a:sym typeface="Century Gothic"/>
            </a:endParaRPr>
          </a:p>
          <a:p>
            <a:pPr indent="0" lvl="0" marL="0" marR="0" rtl="0" algn="ctr">
              <a:lnSpc>
                <a:spcPct val="115000"/>
              </a:lnSpc>
              <a:spcBef>
                <a:spcPts val="0"/>
              </a:spcBef>
              <a:spcAft>
                <a:spcPts val="0"/>
              </a:spcAft>
              <a:buClr>
                <a:schemeClr val="lt1"/>
              </a:buClr>
              <a:buSzPts val="4211"/>
              <a:buFont typeface="Arial"/>
              <a:buNone/>
            </a:pPr>
            <a:r>
              <a:rPr b="0" i="0" lang="en-US" sz="2711" u="none" cap="none" strike="noStrike">
                <a:solidFill>
                  <a:schemeClr val="lt1"/>
                </a:solidFill>
                <a:latin typeface="Century Gothic"/>
                <a:ea typeface="Century Gothic"/>
                <a:cs typeface="Century Gothic"/>
                <a:sym typeface="Century Gothic"/>
              </a:rPr>
              <a:t>3. Faculty of Computing and Data Science, Bioinformatics, Boston University</a:t>
            </a:r>
            <a:endParaRPr b="0" i="0" sz="1400" u="none" cap="none" strike="noStrike">
              <a:solidFill>
                <a:srgbClr val="000000"/>
              </a:solidFill>
              <a:latin typeface="Arial"/>
              <a:ea typeface="Arial"/>
              <a:cs typeface="Arial"/>
              <a:sym typeface="Arial"/>
            </a:endParaRPr>
          </a:p>
        </p:txBody>
      </p:sp>
      <p:sp>
        <p:nvSpPr>
          <p:cNvPr id="90" name="Google Shape;90;p13"/>
          <p:cNvSpPr txBox="1"/>
          <p:nvPr/>
        </p:nvSpPr>
        <p:spPr>
          <a:xfrm>
            <a:off x="1788225" y="12555231"/>
            <a:ext cx="43386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chemeClr val="dk1"/>
                </a:solidFill>
                <a:latin typeface="Century Gothic"/>
                <a:ea typeface="Century Gothic"/>
                <a:cs typeface="Century Gothic"/>
                <a:sym typeface="Century Gothic"/>
              </a:rPr>
              <a:t>Introduction</a:t>
            </a:r>
            <a:endParaRPr b="0" i="0" sz="2200" u="none" cap="none" strike="noStrike">
              <a:solidFill>
                <a:schemeClr val="dk1"/>
              </a:solidFill>
              <a:latin typeface="Arial"/>
              <a:ea typeface="Arial"/>
              <a:cs typeface="Arial"/>
              <a:sym typeface="Arial"/>
            </a:endParaRPr>
          </a:p>
        </p:txBody>
      </p:sp>
      <p:sp>
        <p:nvSpPr>
          <p:cNvPr id="91" name="Google Shape;91;p13"/>
          <p:cNvSpPr txBox="1"/>
          <p:nvPr/>
        </p:nvSpPr>
        <p:spPr>
          <a:xfrm>
            <a:off x="667898" y="13612169"/>
            <a:ext cx="6692400" cy="7018800"/>
          </a:xfrm>
          <a:prstGeom prst="rect">
            <a:avLst/>
          </a:prstGeom>
          <a:noFill/>
          <a:ln>
            <a:noFill/>
          </a:ln>
        </p:spPr>
        <p:txBody>
          <a:bodyPr anchorCtr="0" anchor="t" bIns="45700" lIns="91425" spcFirstLastPara="1" rIns="91425" wrap="square" tIns="45700">
            <a:noAutofit/>
          </a:bodyPr>
          <a:lstStyle/>
          <a:p>
            <a:pPr indent="0" lvl="0" marL="0" marR="0" rtl="0" algn="just">
              <a:lnSpc>
                <a:spcPct val="100000"/>
              </a:lnSpc>
              <a:spcBef>
                <a:spcPts val="0"/>
              </a:spcBef>
              <a:spcAft>
                <a:spcPts val="0"/>
              </a:spcAft>
              <a:buClr>
                <a:srgbClr val="000000"/>
              </a:buClr>
              <a:buSzPts val="1100"/>
              <a:buFont typeface="Arial"/>
              <a:buNone/>
            </a:pPr>
            <a:r>
              <a:rPr b="0" i="0" lang="en-US" sz="2500" u="none" cap="none" strike="noStrike">
                <a:solidFill>
                  <a:schemeClr val="dk1"/>
                </a:solidFill>
                <a:latin typeface="Century Gothic"/>
                <a:ea typeface="Century Gothic"/>
                <a:cs typeface="Century Gothic"/>
                <a:sym typeface="Century Gothic"/>
              </a:rPr>
              <a:t>Mitochondria depend on the nuclear genome for most of their proteome, requiring precise coordination of gene expression via anterograde and retrograde signaling pathways. GPS2  plays a crucial role in retrograde signaling, especially under mitochondrial stress</a:t>
            </a:r>
            <a:r>
              <a:rPr b="0" baseline="30000" i="0" lang="en-US" sz="2500" u="none" cap="none" strike="noStrike">
                <a:solidFill>
                  <a:schemeClr val="dk1"/>
                </a:solidFill>
                <a:latin typeface="Century Gothic"/>
                <a:ea typeface="Century Gothic"/>
                <a:cs typeface="Century Gothic"/>
                <a:sym typeface="Century Gothic"/>
              </a:rPr>
              <a:t>[1]</a:t>
            </a:r>
            <a:r>
              <a:rPr b="0" i="0" lang="en-US" sz="2500" u="none" cap="none" strike="noStrike">
                <a:solidFill>
                  <a:schemeClr val="dk1"/>
                </a:solidFill>
                <a:latin typeface="Century Gothic"/>
                <a:ea typeface="Century Gothic"/>
                <a:cs typeface="Century Gothic"/>
                <a:sym typeface="Century Gothic"/>
              </a:rPr>
              <a:t>. It is hypothesized that GPS2 interacts with bZIP transcription factors such as ATF3, ATF4, and ATF5, which are integral to stress response pathways, including the mitochondrial unfolded protein response (mtUPR)</a:t>
            </a:r>
            <a:r>
              <a:rPr b="0" baseline="30000" i="0" lang="en-US" sz="2500" u="none" cap="none" strike="noStrike">
                <a:solidFill>
                  <a:schemeClr val="dk1"/>
                </a:solidFill>
                <a:latin typeface="Century Gothic"/>
                <a:ea typeface="Century Gothic"/>
                <a:cs typeface="Century Gothic"/>
                <a:sym typeface="Century Gothic"/>
              </a:rPr>
              <a:t>[2]</a:t>
            </a:r>
            <a:r>
              <a:rPr b="0" i="0" lang="en-US" sz="2500" u="none" cap="none" strike="noStrike">
                <a:solidFill>
                  <a:schemeClr val="dk1"/>
                </a:solidFill>
                <a:latin typeface="Century Gothic"/>
                <a:ea typeface="Century Gothic"/>
                <a:cs typeface="Century Gothic"/>
                <a:sym typeface="Century Gothic"/>
              </a:rPr>
              <a:t>. Understanding GPS2's recruitment mechanisms with these transcription factors could be essential for understanding mitochondrial stress responses and has implications for metabolic diseases, aging, and cancer.</a:t>
            </a:r>
            <a:endParaRPr b="0" i="0" sz="2500" u="none" cap="none" strike="noStrike">
              <a:solidFill>
                <a:schemeClr val="dk1"/>
              </a:solidFill>
              <a:latin typeface="Century Gothic"/>
              <a:ea typeface="Century Gothic"/>
              <a:cs typeface="Century Gothic"/>
              <a:sym typeface="Century Gothic"/>
            </a:endParaRPr>
          </a:p>
        </p:txBody>
      </p:sp>
      <p:sp>
        <p:nvSpPr>
          <p:cNvPr id="92" name="Google Shape;92;p13"/>
          <p:cNvSpPr txBox="1"/>
          <p:nvPr/>
        </p:nvSpPr>
        <p:spPr>
          <a:xfrm>
            <a:off x="7947899" y="4364197"/>
            <a:ext cx="53466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chemeClr val="dk1"/>
                </a:solidFill>
                <a:latin typeface="Century Gothic"/>
                <a:ea typeface="Century Gothic"/>
                <a:cs typeface="Century Gothic"/>
                <a:sym typeface="Century Gothic"/>
              </a:rPr>
              <a:t>Methodology</a:t>
            </a:r>
            <a:endParaRPr b="0" i="0" sz="2200" u="none" cap="none" strike="noStrike">
              <a:solidFill>
                <a:schemeClr val="dk1"/>
              </a:solidFill>
              <a:latin typeface="Arial"/>
              <a:ea typeface="Arial"/>
              <a:cs typeface="Arial"/>
              <a:sym typeface="Arial"/>
            </a:endParaRPr>
          </a:p>
        </p:txBody>
      </p:sp>
      <p:sp>
        <p:nvSpPr>
          <p:cNvPr id="93" name="Google Shape;93;p13"/>
          <p:cNvSpPr txBox="1"/>
          <p:nvPr/>
        </p:nvSpPr>
        <p:spPr>
          <a:xfrm>
            <a:off x="31552349" y="4343000"/>
            <a:ext cx="3196200" cy="708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Century Gothic"/>
                <a:ea typeface="Century Gothic"/>
                <a:cs typeface="Century Gothic"/>
                <a:sym typeface="Century Gothic"/>
              </a:rPr>
              <a:t>Conclusion</a:t>
            </a:r>
            <a:endParaRPr b="0" i="0" sz="1400" u="none" cap="none" strike="noStrike">
              <a:solidFill>
                <a:srgbClr val="000000"/>
              </a:solidFill>
              <a:latin typeface="Arial"/>
              <a:ea typeface="Arial"/>
              <a:cs typeface="Arial"/>
              <a:sym typeface="Arial"/>
            </a:endParaRPr>
          </a:p>
        </p:txBody>
      </p:sp>
      <p:sp>
        <p:nvSpPr>
          <p:cNvPr id="94" name="Google Shape;94;p13"/>
          <p:cNvSpPr txBox="1"/>
          <p:nvPr/>
        </p:nvSpPr>
        <p:spPr>
          <a:xfrm>
            <a:off x="29807651" y="5367251"/>
            <a:ext cx="66924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 name="Google Shape;95;p13"/>
          <p:cNvSpPr txBox="1"/>
          <p:nvPr/>
        </p:nvSpPr>
        <p:spPr>
          <a:xfrm>
            <a:off x="30569013" y="16381557"/>
            <a:ext cx="5160000" cy="708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chemeClr val="lt1"/>
                </a:solidFill>
                <a:latin typeface="Century Gothic"/>
                <a:ea typeface="Century Gothic"/>
                <a:cs typeface="Century Gothic"/>
                <a:sym typeface="Century Gothic"/>
              </a:rPr>
              <a:t>References</a:t>
            </a:r>
            <a:endParaRPr b="0" i="0" sz="1400" u="none" cap="none" strike="noStrike">
              <a:solidFill>
                <a:srgbClr val="000000"/>
              </a:solidFill>
              <a:latin typeface="Arial"/>
              <a:ea typeface="Arial"/>
              <a:cs typeface="Arial"/>
              <a:sym typeface="Arial"/>
            </a:endParaRPr>
          </a:p>
        </p:txBody>
      </p:sp>
      <p:pic>
        <p:nvPicPr>
          <p:cNvPr id="96" name="Google Shape;96;p13"/>
          <p:cNvPicPr preferRelativeResize="0"/>
          <p:nvPr/>
        </p:nvPicPr>
        <p:blipFill rotWithShape="1">
          <a:blip r:embed="rId3">
            <a:alphaModFix/>
          </a:blip>
          <a:srcRect b="0" l="0" r="0" t="0"/>
          <a:stretch/>
        </p:blipFill>
        <p:spPr>
          <a:xfrm>
            <a:off x="1075756" y="1355085"/>
            <a:ext cx="3665778" cy="1636625"/>
          </a:xfrm>
          <a:prstGeom prst="rect">
            <a:avLst/>
          </a:prstGeom>
          <a:noFill/>
          <a:ln>
            <a:noFill/>
          </a:ln>
        </p:spPr>
      </p:pic>
      <p:sp>
        <p:nvSpPr>
          <p:cNvPr id="97" name="Google Shape;97;p13"/>
          <p:cNvSpPr txBox="1"/>
          <p:nvPr/>
        </p:nvSpPr>
        <p:spPr>
          <a:xfrm>
            <a:off x="33562572" y="1393185"/>
            <a:ext cx="1289700" cy="523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Calibri"/>
                <a:ea typeface="Calibri"/>
                <a:cs typeface="Calibri"/>
                <a:sym typeface="Calibri"/>
              </a:rPr>
              <a:t>Github</a:t>
            </a:r>
            <a:endParaRPr b="1" i="0" sz="3400" u="none" cap="none" strike="noStrike">
              <a:solidFill>
                <a:schemeClr val="lt1"/>
              </a:solidFill>
              <a:highlight>
                <a:schemeClr val="lt1"/>
              </a:highlight>
              <a:latin typeface="Calibri"/>
              <a:ea typeface="Calibri"/>
              <a:cs typeface="Calibri"/>
              <a:sym typeface="Calibri"/>
            </a:endParaRPr>
          </a:p>
        </p:txBody>
      </p:sp>
      <p:pic>
        <p:nvPicPr>
          <p:cNvPr id="98" name="Google Shape;98;p13"/>
          <p:cNvPicPr preferRelativeResize="0"/>
          <p:nvPr/>
        </p:nvPicPr>
        <p:blipFill rotWithShape="1">
          <a:blip r:embed="rId4">
            <a:alphaModFix/>
          </a:blip>
          <a:srcRect b="0" l="0" r="0" t="0"/>
          <a:stretch/>
        </p:blipFill>
        <p:spPr>
          <a:xfrm>
            <a:off x="35192881" y="2088610"/>
            <a:ext cx="1480225" cy="1432525"/>
          </a:xfrm>
          <a:prstGeom prst="rect">
            <a:avLst/>
          </a:prstGeom>
          <a:solidFill>
            <a:schemeClr val="dk1"/>
          </a:solidFill>
          <a:ln>
            <a:noFill/>
          </a:ln>
        </p:spPr>
      </p:pic>
      <p:sp>
        <p:nvSpPr>
          <p:cNvPr id="99" name="Google Shape;99;p13"/>
          <p:cNvSpPr txBox="1"/>
          <p:nvPr/>
        </p:nvSpPr>
        <p:spPr>
          <a:xfrm>
            <a:off x="34809704" y="1316985"/>
            <a:ext cx="2274000" cy="523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800"/>
              <a:buFont typeface="Arial"/>
              <a:buNone/>
            </a:pPr>
            <a:r>
              <a:rPr b="1" i="0" lang="en-US" sz="2800" u="none" cap="none" strike="noStrike">
                <a:solidFill>
                  <a:schemeClr val="lt1"/>
                </a:solidFill>
                <a:latin typeface="Calibri"/>
                <a:ea typeface="Calibri"/>
                <a:cs typeface="Calibri"/>
                <a:sym typeface="Calibri"/>
              </a:rPr>
              <a:t>Contact </a:t>
            </a:r>
            <a:r>
              <a:rPr b="1" i="0" lang="en-US" sz="3400" u="none" cap="none" strike="noStrike">
                <a:solidFill>
                  <a:schemeClr val="lt1"/>
                </a:solidFill>
                <a:highlight>
                  <a:schemeClr val="dk1"/>
                </a:highlight>
                <a:latin typeface="Calibri"/>
                <a:ea typeface="Calibri"/>
                <a:cs typeface="Calibri"/>
                <a:sym typeface="Calibri"/>
              </a:rPr>
              <a:t>  </a:t>
            </a:r>
            <a:r>
              <a:rPr b="1" i="0" lang="en-US" sz="3400" u="none" cap="none" strike="noStrike">
                <a:solidFill>
                  <a:schemeClr val="lt1"/>
                </a:solidFill>
                <a:highlight>
                  <a:schemeClr val="lt1"/>
                </a:highlight>
                <a:latin typeface="Calibri"/>
                <a:ea typeface="Calibri"/>
                <a:cs typeface="Calibri"/>
                <a:sym typeface="Calibri"/>
              </a:rPr>
              <a:t>         </a:t>
            </a:r>
            <a:endParaRPr b="1" i="0" sz="3400" u="none" cap="none" strike="noStrike">
              <a:solidFill>
                <a:schemeClr val="lt1"/>
              </a:solidFill>
              <a:highlight>
                <a:schemeClr val="lt1"/>
              </a:highlight>
              <a:latin typeface="Calibri"/>
              <a:ea typeface="Calibri"/>
              <a:cs typeface="Calibri"/>
              <a:sym typeface="Calibri"/>
            </a:endParaRPr>
          </a:p>
        </p:txBody>
      </p:sp>
      <p:pic>
        <p:nvPicPr>
          <p:cNvPr id="100" name="Google Shape;100;p13"/>
          <p:cNvPicPr preferRelativeResize="0"/>
          <p:nvPr/>
        </p:nvPicPr>
        <p:blipFill rotWithShape="1">
          <a:blip r:embed="rId5">
            <a:alphaModFix/>
          </a:blip>
          <a:srcRect b="0" l="0" r="0" t="0"/>
          <a:stretch/>
        </p:blipFill>
        <p:spPr>
          <a:xfrm>
            <a:off x="33414181" y="2088610"/>
            <a:ext cx="1480225" cy="1432525"/>
          </a:xfrm>
          <a:prstGeom prst="rect">
            <a:avLst/>
          </a:prstGeom>
          <a:noFill/>
          <a:ln>
            <a:noFill/>
          </a:ln>
        </p:spPr>
      </p:pic>
      <p:cxnSp>
        <p:nvCxnSpPr>
          <p:cNvPr id="101" name="Google Shape;101;p13"/>
          <p:cNvCxnSpPr/>
          <p:nvPr/>
        </p:nvCxnSpPr>
        <p:spPr>
          <a:xfrm flipH="1" rot="10800000">
            <a:off x="2570125" y="5274847"/>
            <a:ext cx="2799300" cy="9600"/>
          </a:xfrm>
          <a:prstGeom prst="straightConnector1">
            <a:avLst/>
          </a:prstGeom>
          <a:noFill/>
          <a:ln cap="flat" cmpd="sng" w="38100">
            <a:solidFill>
              <a:schemeClr val="lt1"/>
            </a:solidFill>
            <a:prstDash val="solid"/>
            <a:round/>
            <a:headEnd len="med" w="med" type="oval"/>
            <a:tailEnd len="med" w="med" type="oval"/>
          </a:ln>
        </p:spPr>
      </p:cxnSp>
      <p:cxnSp>
        <p:nvCxnSpPr>
          <p:cNvPr id="102" name="Google Shape;102;p13"/>
          <p:cNvCxnSpPr/>
          <p:nvPr/>
        </p:nvCxnSpPr>
        <p:spPr>
          <a:xfrm flipH="1" rot="10800000">
            <a:off x="2034373" y="13374739"/>
            <a:ext cx="3846300" cy="12000"/>
          </a:xfrm>
          <a:prstGeom prst="straightConnector1">
            <a:avLst/>
          </a:prstGeom>
          <a:noFill/>
          <a:ln cap="flat" cmpd="sng" w="38100">
            <a:solidFill>
              <a:schemeClr val="lt1"/>
            </a:solidFill>
            <a:prstDash val="solid"/>
            <a:round/>
            <a:headEnd len="med" w="med" type="oval"/>
            <a:tailEnd len="med" w="med" type="oval"/>
          </a:ln>
        </p:spPr>
      </p:cxnSp>
      <p:cxnSp>
        <p:nvCxnSpPr>
          <p:cNvPr id="103" name="Google Shape;103;p13"/>
          <p:cNvCxnSpPr/>
          <p:nvPr/>
        </p:nvCxnSpPr>
        <p:spPr>
          <a:xfrm flipH="1" rot="10800000">
            <a:off x="8481443" y="5195152"/>
            <a:ext cx="4229100" cy="6300"/>
          </a:xfrm>
          <a:prstGeom prst="straightConnector1">
            <a:avLst/>
          </a:prstGeom>
          <a:noFill/>
          <a:ln cap="flat" cmpd="sng" w="38100">
            <a:solidFill>
              <a:schemeClr val="lt1"/>
            </a:solidFill>
            <a:prstDash val="solid"/>
            <a:round/>
            <a:headEnd len="med" w="med" type="oval"/>
            <a:tailEnd len="med" w="med" type="oval"/>
          </a:ln>
        </p:spPr>
      </p:cxnSp>
      <p:sp>
        <p:nvSpPr>
          <p:cNvPr id="104" name="Google Shape;104;p13"/>
          <p:cNvSpPr txBox="1"/>
          <p:nvPr/>
        </p:nvSpPr>
        <p:spPr>
          <a:xfrm>
            <a:off x="19891925" y="4364200"/>
            <a:ext cx="3846300" cy="831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000000"/>
              </a:buClr>
              <a:buSzPts val="4800"/>
              <a:buFont typeface="Arial"/>
              <a:buNone/>
            </a:pPr>
            <a:r>
              <a:rPr b="1" i="0" lang="en-US" sz="4800" u="none" cap="none" strike="noStrike">
                <a:solidFill>
                  <a:schemeClr val="lt1"/>
                </a:solidFill>
                <a:latin typeface="Century Gothic"/>
                <a:ea typeface="Century Gothic"/>
                <a:cs typeface="Century Gothic"/>
                <a:sym typeface="Century Gothic"/>
              </a:rPr>
              <a:t>Results</a:t>
            </a:r>
            <a:endParaRPr b="0" i="0" sz="2200" u="none" cap="none" strike="noStrike">
              <a:solidFill>
                <a:srgbClr val="000000"/>
              </a:solidFill>
              <a:latin typeface="Arial"/>
              <a:ea typeface="Arial"/>
              <a:cs typeface="Arial"/>
              <a:sym typeface="Arial"/>
            </a:endParaRPr>
          </a:p>
        </p:txBody>
      </p:sp>
      <p:cxnSp>
        <p:nvCxnSpPr>
          <p:cNvPr id="105" name="Google Shape;105;p13"/>
          <p:cNvCxnSpPr/>
          <p:nvPr/>
        </p:nvCxnSpPr>
        <p:spPr>
          <a:xfrm>
            <a:off x="20621813" y="5186600"/>
            <a:ext cx="2386500" cy="4200"/>
          </a:xfrm>
          <a:prstGeom prst="straightConnector1">
            <a:avLst/>
          </a:prstGeom>
          <a:noFill/>
          <a:ln cap="flat" cmpd="sng" w="38100">
            <a:solidFill>
              <a:schemeClr val="lt1"/>
            </a:solidFill>
            <a:prstDash val="solid"/>
            <a:round/>
            <a:headEnd len="med" w="med" type="oval"/>
            <a:tailEnd len="med" w="med" type="oval"/>
          </a:ln>
        </p:spPr>
      </p:cxnSp>
      <p:sp>
        <p:nvSpPr>
          <p:cNvPr id="106" name="Google Shape;106;p13"/>
          <p:cNvSpPr txBox="1"/>
          <p:nvPr/>
        </p:nvSpPr>
        <p:spPr>
          <a:xfrm>
            <a:off x="20001275" y="5284224"/>
            <a:ext cx="9016500" cy="105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1" lang="en-US" sz="1400" u="none" cap="none" strike="noStrike">
                <a:solidFill>
                  <a:schemeClr val="dk1"/>
                </a:solidFill>
                <a:latin typeface="Calibri"/>
                <a:ea typeface="Calibri"/>
                <a:cs typeface="Calibri"/>
                <a:sym typeface="Calibri"/>
              </a:rPr>
              <a:t>Figure 1: </a:t>
            </a:r>
            <a:r>
              <a:rPr b="1" i="0" lang="en-US" sz="1400" u="none" cap="none" strike="noStrike">
                <a:solidFill>
                  <a:schemeClr val="dk1"/>
                </a:solidFill>
                <a:latin typeface="Calibri"/>
                <a:ea typeface="Calibri"/>
                <a:cs typeface="Calibri"/>
                <a:sym typeface="Calibri"/>
              </a:rPr>
              <a:t>Plot Profiles of GPS2 and ATF4 Signals Across Different Conditions</a:t>
            </a:r>
            <a:br>
              <a:rPr b="1" i="0" lang="en-US" sz="1400" u="none" cap="none" strike="noStrike">
                <a:solidFill>
                  <a:schemeClr val="dk1"/>
                </a:solidFill>
                <a:latin typeface="Calibri"/>
                <a:ea typeface="Calibri"/>
                <a:cs typeface="Calibri"/>
                <a:sym typeface="Calibri"/>
              </a:rPr>
            </a:br>
            <a:r>
              <a:rPr b="0" i="0" lang="en-US" sz="1400" u="none" cap="none" strike="noStrike">
                <a:solidFill>
                  <a:schemeClr val="dk1"/>
                </a:solidFill>
                <a:latin typeface="Calibri"/>
                <a:ea typeface="Calibri"/>
                <a:cs typeface="Calibri"/>
                <a:sym typeface="Calibri"/>
              </a:rPr>
              <a:t>This figure presents the plot profiles of GPS2 and ATF4 signals, segmented by experimental conditions. Each plot centers on ATF4 peaks, allowing for a comparison of signal intensities and distributions relative to ATF4 binding sites. The profiles illustrate how GPS2 binding behavior varies across the different conditions, revealing the interaction between GPS2 and ATF4 under specific cellular contexts.</a:t>
            </a:r>
            <a:endParaRPr b="0" i="0" sz="1600" u="none" cap="none" strike="noStrike">
              <a:solidFill>
                <a:schemeClr val="dk1"/>
              </a:solidFill>
              <a:latin typeface="Calibri"/>
              <a:ea typeface="Calibri"/>
              <a:cs typeface="Calibri"/>
              <a:sym typeface="Calibri"/>
            </a:endParaRPr>
          </a:p>
        </p:txBody>
      </p:sp>
      <p:pic>
        <p:nvPicPr>
          <p:cNvPr id="107" name="Google Shape;107;p13"/>
          <p:cNvPicPr preferRelativeResize="0"/>
          <p:nvPr/>
        </p:nvPicPr>
        <p:blipFill rotWithShape="1">
          <a:blip r:embed="rId6">
            <a:alphaModFix/>
          </a:blip>
          <a:srcRect b="936" l="6752" r="68258" t="2435"/>
          <a:stretch/>
        </p:blipFill>
        <p:spPr>
          <a:xfrm>
            <a:off x="7835401" y="5429244"/>
            <a:ext cx="5779776" cy="14679401"/>
          </a:xfrm>
          <a:prstGeom prst="rect">
            <a:avLst/>
          </a:prstGeom>
          <a:solidFill>
            <a:srgbClr val="888888"/>
          </a:solidFill>
          <a:ln>
            <a:noFill/>
          </a:ln>
        </p:spPr>
      </p:pic>
      <p:sp>
        <p:nvSpPr>
          <p:cNvPr id="108" name="Google Shape;108;p13"/>
          <p:cNvSpPr txBox="1"/>
          <p:nvPr/>
        </p:nvSpPr>
        <p:spPr>
          <a:xfrm>
            <a:off x="19936794" y="6428205"/>
            <a:ext cx="5514005" cy="708000"/>
          </a:xfrm>
          <a:prstGeom prst="rect">
            <a:avLst/>
          </a:prstGeom>
          <a:noFill/>
          <a:ln>
            <a:noFill/>
          </a:ln>
        </p:spPr>
        <p:txBody>
          <a:bodyPr anchorCtr="0" anchor="t" bIns="91425" lIns="91425" spcFirstLastPara="1" rIns="91425" wrap="square" tIns="91425">
            <a:noAutofit/>
          </a:bodyPr>
          <a:lstStyle/>
          <a:p>
            <a:pPr indent="-393700" lvl="0" marL="457200" marR="0" rtl="0" algn="l">
              <a:lnSpc>
                <a:spcPct val="100000"/>
              </a:lnSpc>
              <a:spcBef>
                <a:spcPts val="0"/>
              </a:spcBef>
              <a:spcAft>
                <a:spcPts val="0"/>
              </a:spcAft>
              <a:buClr>
                <a:schemeClr val="lt1"/>
              </a:buClr>
              <a:buSzPts val="2600"/>
              <a:buFont typeface="Century Gothic"/>
              <a:buAutoNum type="arabicPeriod"/>
            </a:pPr>
            <a:r>
              <a:rPr b="1" i="0" lang="en-US" sz="2600" u="none" cap="none" strike="noStrike">
                <a:solidFill>
                  <a:schemeClr val="lt1"/>
                </a:solidFill>
                <a:latin typeface="Century Gothic"/>
                <a:ea typeface="Century Gothic"/>
                <a:cs typeface="Century Gothic"/>
                <a:sym typeface="Century Gothic"/>
              </a:rPr>
              <a:t>Adipocyte - Differentiation</a:t>
            </a:r>
            <a:endParaRPr b="0" i="0" sz="100" u="none" cap="none" strike="noStrike">
              <a:solidFill>
                <a:srgbClr val="000000"/>
              </a:solidFill>
              <a:latin typeface="Arial"/>
              <a:ea typeface="Arial"/>
              <a:cs typeface="Arial"/>
              <a:sym typeface="Arial"/>
            </a:endParaRPr>
          </a:p>
        </p:txBody>
      </p:sp>
      <p:graphicFrame>
        <p:nvGraphicFramePr>
          <p:cNvPr id="109" name="Google Shape;109;p13"/>
          <p:cNvGraphicFramePr/>
          <p:nvPr/>
        </p:nvGraphicFramePr>
        <p:xfrm>
          <a:off x="15007200" y="11072875"/>
          <a:ext cx="3000000" cy="3000000"/>
        </p:xfrm>
        <a:graphic>
          <a:graphicData uri="http://schemas.openxmlformats.org/drawingml/2006/table">
            <a:tbl>
              <a:tblPr>
                <a:noFill/>
                <a:tableStyleId>{7C586EB3-A955-4EC6-8C4C-F44C07513BD0}</a:tableStyleId>
              </a:tblPr>
              <a:tblGrid>
                <a:gridCol w="4558350"/>
              </a:tblGrid>
              <a:tr h="448550">
                <a:tc>
                  <a:txBody>
                    <a:bodyPr/>
                    <a:lstStyle/>
                    <a:p>
                      <a:pPr indent="0" lvl="0" marL="0" marR="0" rtl="0" algn="ctr">
                        <a:lnSpc>
                          <a:spcPct val="100000"/>
                        </a:lnSpc>
                        <a:spcBef>
                          <a:spcPts val="0"/>
                        </a:spcBef>
                        <a:spcAft>
                          <a:spcPts val="0"/>
                        </a:spcAft>
                        <a:buClr>
                          <a:srgbClr val="000000"/>
                        </a:buClr>
                        <a:buSzPts val="1700"/>
                        <a:buFont typeface="Arial"/>
                        <a:buNone/>
                      </a:pPr>
                      <a:r>
                        <a:rPr b="1" lang="en-US" sz="1700" u="none" cap="none" strike="noStrike"/>
                        <a:t>Gene Set Enrichment</a:t>
                      </a:r>
                      <a:endParaRPr b="1" sz="1700" u="none" cap="none" strike="noStrike"/>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467400">
                <a:tc>
                  <a:txBody>
                    <a:bodyPr/>
                    <a:lstStyle/>
                    <a:p>
                      <a:pPr indent="0" lvl="0" marL="0" marR="0" rtl="0" algn="ctr">
                        <a:lnSpc>
                          <a:spcPct val="100000"/>
                        </a:lnSpc>
                        <a:spcBef>
                          <a:spcPts val="0"/>
                        </a:spcBef>
                        <a:spcAft>
                          <a:spcPts val="0"/>
                        </a:spcAft>
                        <a:buClr>
                          <a:srgbClr val="000000"/>
                        </a:buClr>
                        <a:buSzPts val="1300"/>
                        <a:buFont typeface="Arial"/>
                        <a:buNone/>
                      </a:pPr>
                      <a:r>
                        <a:rPr lang="en-US" sz="1300" u="none" cap="none" strike="noStrike"/>
                        <a:t>HALLMARK UNFOLDED PROTEIN RESPONSE</a:t>
                      </a:r>
                      <a:endParaRPr sz="1300" u="none" cap="none" strike="noStrike"/>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00FF00"/>
                    </a:solidFill>
                  </a:tcPr>
                </a:tc>
              </a:tr>
              <a:tr h="467400">
                <a:tc>
                  <a:txBody>
                    <a:bodyPr/>
                    <a:lstStyle/>
                    <a:p>
                      <a:pPr indent="0" lvl="0" marL="0" marR="0" rtl="0" algn="ctr">
                        <a:lnSpc>
                          <a:spcPct val="100000"/>
                        </a:lnSpc>
                        <a:spcBef>
                          <a:spcPts val="0"/>
                        </a:spcBef>
                        <a:spcAft>
                          <a:spcPts val="0"/>
                        </a:spcAft>
                        <a:buClr>
                          <a:srgbClr val="000000"/>
                        </a:buClr>
                        <a:buSzPts val="1300"/>
                        <a:buFont typeface="Arial"/>
                        <a:buNone/>
                      </a:pPr>
                      <a:r>
                        <a:rPr lang="en-US" sz="1300" u="none" cap="none" strike="noStrike">
                          <a:solidFill>
                            <a:schemeClr val="dk1"/>
                          </a:solidFill>
                          <a:highlight>
                            <a:srgbClr val="FFFFFF"/>
                          </a:highlight>
                        </a:rPr>
                        <a:t>HALLMARK_MTORC1_SIGNALING</a:t>
                      </a:r>
                      <a:endParaRPr sz="1300" u="none" cap="none" strike="noStrike"/>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467400">
                <a:tc>
                  <a:txBody>
                    <a:bodyPr/>
                    <a:lstStyle/>
                    <a:p>
                      <a:pPr indent="0" lvl="0" marL="0" marR="0" rtl="0" algn="ctr">
                        <a:lnSpc>
                          <a:spcPct val="100000"/>
                        </a:lnSpc>
                        <a:spcBef>
                          <a:spcPts val="0"/>
                        </a:spcBef>
                        <a:spcAft>
                          <a:spcPts val="0"/>
                        </a:spcAft>
                        <a:buClr>
                          <a:srgbClr val="000000"/>
                        </a:buClr>
                        <a:buSzPts val="1300"/>
                        <a:buFont typeface="Arial"/>
                        <a:buNone/>
                      </a:pPr>
                      <a:r>
                        <a:rPr lang="en-US" sz="1300" u="none" cap="none" strike="noStrike"/>
                        <a:t>HALLMARK INTERFERON GAMMA RESPONSE</a:t>
                      </a:r>
                      <a:endParaRPr sz="1300" u="none" cap="none" strike="noStrike"/>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467400">
                <a:tc>
                  <a:txBody>
                    <a:bodyPr/>
                    <a:lstStyle/>
                    <a:p>
                      <a:pPr indent="0" lvl="0" marL="0" marR="0" rtl="0" algn="ctr">
                        <a:lnSpc>
                          <a:spcPct val="100000"/>
                        </a:lnSpc>
                        <a:spcBef>
                          <a:spcPts val="0"/>
                        </a:spcBef>
                        <a:spcAft>
                          <a:spcPts val="0"/>
                        </a:spcAft>
                        <a:buClr>
                          <a:srgbClr val="000000"/>
                        </a:buClr>
                        <a:buSzPts val="1300"/>
                        <a:buFont typeface="Arial"/>
                        <a:buNone/>
                      </a:pPr>
                      <a:r>
                        <a:rPr lang="en-US" sz="1300" u="none" cap="none" strike="noStrike"/>
                        <a:t>HALLMARK </a:t>
                      </a:r>
                      <a:r>
                        <a:rPr lang="en-US" sz="1300" u="none" cap="none" strike="noStrike">
                          <a:solidFill>
                            <a:schemeClr val="dk1"/>
                          </a:solidFill>
                        </a:rPr>
                        <a:t>PI3K AKT MTOR SIGNALING</a:t>
                      </a:r>
                      <a:endParaRPr sz="1300" u="none" cap="none" strike="noStrike"/>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451900">
                <a:tc>
                  <a:txBody>
                    <a:bodyPr/>
                    <a:lstStyle/>
                    <a:p>
                      <a:pPr indent="0" lvl="0" marL="0" marR="0" rtl="0" algn="ctr">
                        <a:lnSpc>
                          <a:spcPct val="100000"/>
                        </a:lnSpc>
                        <a:spcBef>
                          <a:spcPts val="0"/>
                        </a:spcBef>
                        <a:spcAft>
                          <a:spcPts val="0"/>
                        </a:spcAft>
                        <a:buClr>
                          <a:schemeClr val="dk1"/>
                        </a:buClr>
                        <a:buSzPts val="1100"/>
                        <a:buFont typeface="Arial"/>
                        <a:buNone/>
                      </a:pPr>
                      <a:r>
                        <a:rPr lang="en-US" sz="1300" u="none" cap="none" strike="noStrike">
                          <a:solidFill>
                            <a:schemeClr val="dk1"/>
                          </a:solidFill>
                        </a:rPr>
                        <a:t>HALLMARK APICAL SURFACE</a:t>
                      </a:r>
                      <a:endParaRPr sz="1300" u="none" cap="none" strike="noStrike">
                        <a:highlight>
                          <a:srgbClr val="FFFFFF"/>
                        </a:highlight>
                      </a:endParaRPr>
                    </a:p>
                  </a:txBody>
                  <a:tcPr marT="19050" marB="19050" marR="57150" marL="5715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451900">
                <a:tc>
                  <a:txBody>
                    <a:bodyPr/>
                    <a:lstStyle/>
                    <a:p>
                      <a:pPr indent="0" lvl="0" marL="0" marR="0" rtl="0" algn="ctr">
                        <a:lnSpc>
                          <a:spcPct val="110000"/>
                        </a:lnSpc>
                        <a:spcBef>
                          <a:spcPts val="0"/>
                        </a:spcBef>
                        <a:spcAft>
                          <a:spcPts val="0"/>
                        </a:spcAft>
                        <a:buClr>
                          <a:srgbClr val="000000"/>
                        </a:buClr>
                        <a:buSzPts val="1300"/>
                        <a:buFont typeface="Arial"/>
                        <a:buNone/>
                      </a:pPr>
                      <a:r>
                        <a:rPr lang="en-US" sz="1300" u="none" cap="none" strike="noStrike">
                          <a:highlight>
                            <a:srgbClr val="FFFFFF"/>
                          </a:highlight>
                        </a:rPr>
                        <a:t>HALLMARK_UV_RESPONSE_UP</a:t>
                      </a:r>
                      <a:endParaRPr sz="1300" u="none" cap="none" strike="noStrike">
                        <a:highlight>
                          <a:srgbClr val="FFFFFF"/>
                        </a:highlight>
                      </a:endParaRPr>
                    </a:p>
                  </a:txBody>
                  <a:tcPr marT="19050" marB="19050" marR="57150" marL="57150"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bl>
          </a:graphicData>
        </a:graphic>
      </p:graphicFrame>
      <p:pic>
        <p:nvPicPr>
          <p:cNvPr id="110" name="Google Shape;110;p13"/>
          <p:cNvPicPr preferRelativeResize="0"/>
          <p:nvPr/>
        </p:nvPicPr>
        <p:blipFill rotWithShape="1">
          <a:blip r:embed="rId7">
            <a:alphaModFix/>
          </a:blip>
          <a:srcRect b="4239" l="1864" r="1515" t="22137"/>
          <a:stretch/>
        </p:blipFill>
        <p:spPr>
          <a:xfrm>
            <a:off x="20049849" y="6936031"/>
            <a:ext cx="4229100" cy="2194789"/>
          </a:xfrm>
          <a:prstGeom prst="rect">
            <a:avLst/>
          </a:prstGeom>
          <a:solidFill>
            <a:srgbClr val="888888"/>
          </a:solidFill>
          <a:ln>
            <a:noFill/>
          </a:ln>
        </p:spPr>
      </p:pic>
      <p:graphicFrame>
        <p:nvGraphicFramePr>
          <p:cNvPr id="111" name="Google Shape;111;p13"/>
          <p:cNvGraphicFramePr/>
          <p:nvPr/>
        </p:nvGraphicFramePr>
        <p:xfrm>
          <a:off x="15715350" y="5938563"/>
          <a:ext cx="3000000" cy="3000000"/>
        </p:xfrm>
        <a:graphic>
          <a:graphicData uri="http://schemas.openxmlformats.org/drawingml/2006/table">
            <a:tbl>
              <a:tblPr>
                <a:noFill/>
                <a:tableStyleId>{7C586EB3-A955-4EC6-8C4C-F44C07513BD0}</a:tableStyleId>
              </a:tblPr>
              <a:tblGrid>
                <a:gridCol w="1452050"/>
                <a:gridCol w="1191250"/>
                <a:gridCol w="1206900"/>
              </a:tblGrid>
              <a:tr h="372175">
                <a:tc>
                  <a:txBody>
                    <a:bodyPr/>
                    <a:lstStyle/>
                    <a:p>
                      <a:pPr indent="0" lvl="0" marL="0" marR="0" rtl="0" algn="ctr">
                        <a:lnSpc>
                          <a:spcPct val="100000"/>
                        </a:lnSpc>
                        <a:spcBef>
                          <a:spcPts val="0"/>
                        </a:spcBef>
                        <a:spcAft>
                          <a:spcPts val="0"/>
                        </a:spcAft>
                        <a:buClr>
                          <a:srgbClr val="000000"/>
                        </a:buClr>
                        <a:buSzPts val="1400"/>
                        <a:buFont typeface="Arial"/>
                        <a:buNone/>
                      </a:pPr>
                      <a:r>
                        <a:t/>
                      </a:r>
                      <a:endParaRPr b="1" sz="1400" u="none" cap="none" strike="noStrike"/>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gridSpan="2">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t>ATF4</a:t>
                      </a:r>
                      <a:endParaRPr b="1" sz="1400" u="none" cap="none" strike="noStrike"/>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hMerge="1"/>
              </a:tr>
              <a:tr h="372175">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t>GPS2 </a:t>
                      </a:r>
                      <a:endParaRPr b="1" sz="1400" u="none" cap="none" strike="noStrike"/>
                    </a:p>
                  </a:txBody>
                  <a:tcPr marT="91425" marB="91425" marR="91425" marL="91425" anchor="b">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t>Amino Acid Deprivation (ATF4_ISR)</a:t>
                      </a:r>
                      <a:endParaRPr b="1"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t>(525)</a:t>
                      </a:r>
                      <a:endParaRPr b="0" sz="1400" u="none" cap="none" strike="noStrike"/>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b="1" lang="en-US" sz="1400" u="none" cap="none" strike="noStrike"/>
                        <a:t>ER Stress (ATF4_WT)</a:t>
                      </a:r>
                      <a:endParaRPr b="1" sz="1400" u="none" cap="none" strike="noStrike"/>
                    </a:p>
                    <a:p>
                      <a:pPr indent="0" lvl="0" marL="0" marR="0" rtl="0" algn="ctr">
                        <a:lnSpc>
                          <a:spcPct val="100000"/>
                        </a:lnSpc>
                        <a:spcBef>
                          <a:spcPts val="0"/>
                        </a:spcBef>
                        <a:spcAft>
                          <a:spcPts val="0"/>
                        </a:spcAft>
                        <a:buClr>
                          <a:srgbClr val="000000"/>
                        </a:buClr>
                        <a:buSzPts val="1200"/>
                        <a:buFont typeface="Arial"/>
                        <a:buNone/>
                      </a:pPr>
                      <a:r>
                        <a:rPr b="0" lang="en-US" sz="1200" u="none" cap="none" strike="noStrike"/>
                        <a:t>(20639)</a:t>
                      </a:r>
                      <a:endParaRPr b="0" sz="1400" u="none" cap="none" strike="noStrike"/>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343550">
                <a:tc>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t>GPS2_day0</a:t>
                      </a:r>
                      <a:endParaRPr b="1" sz="1200" u="none" cap="none" strike="noStrike"/>
                    </a:p>
                    <a:p>
                      <a:pPr indent="0" lvl="0" marL="0" marR="0" rtl="0" algn="ctr">
                        <a:lnSpc>
                          <a:spcPct val="100000"/>
                        </a:lnSpc>
                        <a:spcBef>
                          <a:spcPts val="0"/>
                        </a:spcBef>
                        <a:spcAft>
                          <a:spcPts val="0"/>
                        </a:spcAft>
                        <a:buClr>
                          <a:srgbClr val="000000"/>
                        </a:buClr>
                        <a:buSzPts val="1200"/>
                        <a:buFont typeface="Arial"/>
                        <a:buNone/>
                      </a:pPr>
                      <a:r>
                        <a:rPr b="1" lang="en-US" sz="1200" u="none" cap="none" strike="noStrike"/>
                        <a:t> </a:t>
                      </a:r>
                      <a:r>
                        <a:rPr lang="en-US" sz="1200" u="none" cap="none" strike="noStrike"/>
                        <a:t>  (11917)</a:t>
                      </a:r>
                      <a:endParaRPr sz="1200" u="none" cap="none" strike="noStrike"/>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t>387</a:t>
                      </a:r>
                      <a:endParaRPr sz="1200" u="none" cap="none" strike="noStrike"/>
                    </a:p>
                    <a:p>
                      <a:pPr indent="0" lvl="0" marL="0" marR="0" rtl="0" algn="ctr">
                        <a:lnSpc>
                          <a:spcPct val="100000"/>
                        </a:lnSpc>
                        <a:spcBef>
                          <a:spcPts val="0"/>
                        </a:spcBef>
                        <a:spcAft>
                          <a:spcPts val="0"/>
                        </a:spcAft>
                        <a:buClr>
                          <a:srgbClr val="000000"/>
                        </a:buClr>
                        <a:buSzPts val="1000"/>
                        <a:buFont typeface="Arial"/>
                        <a:buNone/>
                      </a:pPr>
                      <a:r>
                        <a:rPr lang="en-US" sz="1000" u="none" cap="none" strike="noStrike"/>
                        <a:t>Distal intergenic(50%)</a:t>
                      </a:r>
                      <a:endParaRPr sz="1000" u="none" cap="none" strike="noStrike"/>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266</a:t>
                      </a:r>
                      <a:endParaRPr sz="1400" u="none" cap="none" strike="noStrike"/>
                    </a:p>
                    <a:p>
                      <a:pPr indent="0" lvl="0" marL="0" marR="0" rtl="0" algn="ctr">
                        <a:lnSpc>
                          <a:spcPct val="100000"/>
                        </a:lnSpc>
                        <a:spcBef>
                          <a:spcPts val="0"/>
                        </a:spcBef>
                        <a:spcAft>
                          <a:spcPts val="0"/>
                        </a:spcAft>
                        <a:buClr>
                          <a:srgbClr val="000000"/>
                        </a:buClr>
                        <a:buSzPts val="1000"/>
                        <a:buFont typeface="Arial"/>
                        <a:buNone/>
                      </a:pPr>
                      <a:r>
                        <a:rPr lang="en-US" sz="1000" u="none" cap="none" strike="noStrike"/>
                        <a:t>Promoter(83%)</a:t>
                      </a:r>
                      <a:endParaRPr sz="1000" u="none" cap="none" strike="noStrike"/>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343550">
                <a:tc>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t>GPS2_day6</a:t>
                      </a:r>
                      <a:endParaRPr b="1" sz="1200" u="none" cap="none" strike="noStrike"/>
                    </a:p>
                    <a:p>
                      <a:pPr indent="0" lvl="0" marL="0" marR="0" rtl="0" algn="ctr">
                        <a:lnSpc>
                          <a:spcPct val="100000"/>
                        </a:lnSpc>
                        <a:spcBef>
                          <a:spcPts val="0"/>
                        </a:spcBef>
                        <a:spcAft>
                          <a:spcPts val="0"/>
                        </a:spcAft>
                        <a:buClr>
                          <a:srgbClr val="000000"/>
                        </a:buClr>
                        <a:buSzPts val="1200"/>
                        <a:buFont typeface="Arial"/>
                        <a:buNone/>
                      </a:pPr>
                      <a:r>
                        <a:rPr lang="en-US" sz="1200" u="none" cap="none" strike="noStrike"/>
                        <a:t>(44523)</a:t>
                      </a:r>
                      <a:endParaRPr sz="1200" u="none" cap="none" strike="noStrike"/>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t>378</a:t>
                      </a:r>
                      <a:endParaRPr sz="1200" u="none" cap="none" strike="noStrike"/>
                    </a:p>
                    <a:p>
                      <a:pPr indent="0" lvl="0" marL="0" marR="0" rtl="0" algn="ctr">
                        <a:lnSpc>
                          <a:spcPct val="100000"/>
                        </a:lnSpc>
                        <a:spcBef>
                          <a:spcPts val="0"/>
                        </a:spcBef>
                        <a:spcAft>
                          <a:spcPts val="0"/>
                        </a:spcAft>
                        <a:buClr>
                          <a:schemeClr val="dk1"/>
                        </a:buClr>
                        <a:buSzPts val="1100"/>
                        <a:buFont typeface="Arial"/>
                        <a:buNone/>
                      </a:pPr>
                      <a:r>
                        <a:rPr lang="en-US" sz="1000" u="none" cap="none" strike="noStrike">
                          <a:solidFill>
                            <a:schemeClr val="dk1"/>
                          </a:solidFill>
                        </a:rPr>
                        <a:t>Distal intergenic(51%)</a:t>
                      </a:r>
                      <a:endParaRPr sz="1400" u="none" cap="none" strike="noStrike"/>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691</a:t>
                      </a:r>
                      <a:endParaRPr sz="1400" u="none" cap="none" strike="noStrike"/>
                    </a:p>
                    <a:p>
                      <a:pPr indent="0" lvl="0" marL="0" marR="0" rtl="0" algn="ctr">
                        <a:lnSpc>
                          <a:spcPct val="100000"/>
                        </a:lnSpc>
                        <a:spcBef>
                          <a:spcPts val="0"/>
                        </a:spcBef>
                        <a:spcAft>
                          <a:spcPts val="0"/>
                        </a:spcAft>
                        <a:buClr>
                          <a:schemeClr val="dk1"/>
                        </a:buClr>
                        <a:buSzPts val="1100"/>
                        <a:buFont typeface="Arial"/>
                        <a:buNone/>
                      </a:pPr>
                      <a:r>
                        <a:rPr lang="en-US" sz="1000" u="none" cap="none" strike="noStrike">
                          <a:solidFill>
                            <a:schemeClr val="dk1"/>
                          </a:solidFill>
                        </a:rPr>
                        <a:t>Promoter(76%)</a:t>
                      </a:r>
                      <a:endParaRPr sz="1400" u="none" cap="none" strike="noStrike"/>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r h="177800">
                <a:tc>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t>GPS2_withFCCP</a:t>
                      </a:r>
                      <a:endParaRPr b="1" sz="1200" u="none" cap="none" strike="noStrike"/>
                    </a:p>
                    <a:p>
                      <a:pPr indent="0" lvl="0" marL="0" marR="0" rtl="0" algn="ctr">
                        <a:lnSpc>
                          <a:spcPct val="100000"/>
                        </a:lnSpc>
                        <a:spcBef>
                          <a:spcPts val="0"/>
                        </a:spcBef>
                        <a:spcAft>
                          <a:spcPts val="0"/>
                        </a:spcAft>
                        <a:buClr>
                          <a:srgbClr val="000000"/>
                        </a:buClr>
                        <a:buSzPts val="1200"/>
                        <a:buFont typeface="Arial"/>
                        <a:buNone/>
                      </a:pPr>
                      <a:r>
                        <a:rPr b="1" lang="en-US" sz="1200" u="none" cap="none" strike="noStrike"/>
                        <a:t> </a:t>
                      </a:r>
                      <a:r>
                        <a:rPr lang="en-US" sz="1200" u="none" cap="none" strike="noStrike"/>
                        <a:t>(2623)</a:t>
                      </a:r>
                      <a:endParaRPr sz="1200" u="none" cap="none" strike="noStrike"/>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t>0</a:t>
                      </a:r>
                      <a:endParaRPr sz="1200" u="none" cap="none" strike="noStrike"/>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EA9999"/>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10</a:t>
                      </a:r>
                      <a:endParaRPr sz="1400" u="none" cap="none" strike="noStrike"/>
                    </a:p>
                    <a:p>
                      <a:pPr indent="0" lvl="0" marL="0" marR="0" rtl="0" algn="ctr">
                        <a:lnSpc>
                          <a:spcPct val="100000"/>
                        </a:lnSpc>
                        <a:spcBef>
                          <a:spcPts val="0"/>
                        </a:spcBef>
                        <a:spcAft>
                          <a:spcPts val="0"/>
                        </a:spcAft>
                        <a:buClr>
                          <a:schemeClr val="dk1"/>
                        </a:buClr>
                        <a:buSzPts val="1100"/>
                        <a:buFont typeface="Arial"/>
                        <a:buNone/>
                      </a:pPr>
                      <a:r>
                        <a:rPr lang="en-US" sz="1000" u="none" cap="none" strike="noStrike">
                          <a:solidFill>
                            <a:schemeClr val="dk1"/>
                          </a:solidFill>
                        </a:rPr>
                        <a:t>Promoter(40%)</a:t>
                      </a:r>
                      <a:endParaRPr sz="1400" u="none" cap="none" strike="noStrike"/>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rgbClr val="EA9999"/>
                    </a:solidFill>
                  </a:tcPr>
                </a:tc>
              </a:tr>
              <a:tr h="448350">
                <a:tc>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t>GPS2_siCTL</a:t>
                      </a:r>
                      <a:endParaRPr b="1" sz="1200" u="none" cap="none" strike="noStrike"/>
                    </a:p>
                    <a:p>
                      <a:pPr indent="0" lvl="0" marL="0" marR="0" rtl="0" algn="ctr">
                        <a:lnSpc>
                          <a:spcPct val="100000"/>
                        </a:lnSpc>
                        <a:spcBef>
                          <a:spcPts val="0"/>
                        </a:spcBef>
                        <a:spcAft>
                          <a:spcPts val="0"/>
                        </a:spcAft>
                        <a:buClr>
                          <a:srgbClr val="000000"/>
                        </a:buClr>
                        <a:buSzPts val="1200"/>
                        <a:buFont typeface="Arial"/>
                        <a:buNone/>
                      </a:pPr>
                      <a:r>
                        <a:rPr lang="en-US" sz="1200" u="none" cap="none" strike="noStrike"/>
                        <a:t>(10059)</a:t>
                      </a:r>
                      <a:endParaRPr sz="1200" u="none" cap="none" strike="noStrike"/>
                    </a:p>
                  </a:txBody>
                  <a:tcPr marT="91425" marB="91425" marR="91425" marL="91425">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t>111</a:t>
                      </a:r>
                      <a:endParaRPr sz="1000" u="none" cap="none" strike="noStrike"/>
                    </a:p>
                    <a:p>
                      <a:pPr indent="0" lvl="0" marL="0" marR="0" rtl="0" algn="ctr">
                        <a:lnSpc>
                          <a:spcPct val="100000"/>
                        </a:lnSpc>
                        <a:spcBef>
                          <a:spcPts val="0"/>
                        </a:spcBef>
                        <a:spcAft>
                          <a:spcPts val="0"/>
                        </a:spcAft>
                        <a:buClr>
                          <a:schemeClr val="dk1"/>
                        </a:buClr>
                        <a:buSzPts val="1100"/>
                        <a:buFont typeface="Arial"/>
                        <a:buNone/>
                      </a:pPr>
                      <a:r>
                        <a:rPr lang="en-US" sz="1000" u="none" cap="none" strike="noStrike">
                          <a:solidFill>
                            <a:schemeClr val="dk1"/>
                          </a:solidFill>
                        </a:rPr>
                        <a:t>Distal intergenic(40%)</a:t>
                      </a:r>
                      <a:endParaRPr sz="1000" u="none" cap="none" strike="noStrike"/>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US" sz="1400" u="none" cap="none" strike="noStrike"/>
                        <a:t>301</a:t>
                      </a:r>
                      <a:endParaRPr sz="1400" u="none" cap="none" strike="noStrike"/>
                    </a:p>
                    <a:p>
                      <a:pPr indent="0" lvl="0" marL="0" marR="0" rtl="0" algn="ctr">
                        <a:lnSpc>
                          <a:spcPct val="100000"/>
                        </a:lnSpc>
                        <a:spcBef>
                          <a:spcPts val="0"/>
                        </a:spcBef>
                        <a:spcAft>
                          <a:spcPts val="0"/>
                        </a:spcAft>
                        <a:buClr>
                          <a:schemeClr val="dk1"/>
                        </a:buClr>
                        <a:buSzPts val="1100"/>
                        <a:buFont typeface="Arial"/>
                        <a:buNone/>
                      </a:pPr>
                      <a:r>
                        <a:rPr lang="en-US" sz="1000" u="none" cap="none" strike="noStrike">
                          <a:solidFill>
                            <a:schemeClr val="dk1"/>
                          </a:solidFill>
                        </a:rPr>
                        <a:t>Promoter(95%)</a:t>
                      </a:r>
                      <a:endParaRPr sz="1400" u="none" cap="none" strike="noStrike"/>
                    </a:p>
                  </a:txBody>
                  <a:tcPr marT="91425" marB="91425" marR="91425" marL="91425" anchor="ctr">
                    <a:lnL cap="flat" cmpd="sng" w="19050">
                      <a:solidFill>
                        <a:schemeClr val="dk1"/>
                      </a:solidFill>
                      <a:prstDash val="solid"/>
                      <a:round/>
                      <a:headEnd len="sm" w="sm" type="none"/>
                      <a:tailEnd len="sm" w="sm" type="none"/>
                    </a:lnL>
                    <a:lnR cap="flat" cmpd="sng" w="19050">
                      <a:solidFill>
                        <a:schemeClr val="dk1"/>
                      </a:solidFill>
                      <a:prstDash val="solid"/>
                      <a:round/>
                      <a:headEnd len="sm" w="sm" type="none"/>
                      <a:tailEnd len="sm" w="sm" type="none"/>
                    </a:lnR>
                    <a:lnT cap="flat" cmpd="sng" w="19050">
                      <a:solidFill>
                        <a:schemeClr val="dk1"/>
                      </a:solidFill>
                      <a:prstDash val="solid"/>
                      <a:round/>
                      <a:headEnd len="sm" w="sm" type="none"/>
                      <a:tailEnd len="sm" w="sm" type="none"/>
                    </a:lnT>
                    <a:lnB cap="flat" cmpd="sng" w="19050">
                      <a:solidFill>
                        <a:schemeClr val="dk1"/>
                      </a:solidFill>
                      <a:prstDash val="solid"/>
                      <a:round/>
                      <a:headEnd len="sm" w="sm" type="none"/>
                      <a:tailEnd len="sm" w="sm" type="none"/>
                    </a:lnB>
                    <a:solidFill>
                      <a:schemeClr val="lt1"/>
                    </a:solidFill>
                  </a:tcPr>
                </a:tc>
              </a:tr>
            </a:tbl>
          </a:graphicData>
        </a:graphic>
      </p:graphicFrame>
      <p:sp>
        <p:nvSpPr>
          <p:cNvPr id="112" name="Google Shape;112;p13"/>
          <p:cNvSpPr txBox="1"/>
          <p:nvPr/>
        </p:nvSpPr>
        <p:spPr>
          <a:xfrm rot="-1947320">
            <a:off x="14727457" y="8008094"/>
            <a:ext cx="1081168" cy="315752"/>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alibri"/>
                <a:ea typeface="Calibri"/>
                <a:cs typeface="Calibri"/>
                <a:sym typeface="Calibri"/>
              </a:rPr>
              <a:t>Differentiation</a:t>
            </a:r>
            <a:endParaRPr b="1" i="0" sz="1100" u="none" cap="none" strike="noStrike">
              <a:solidFill>
                <a:schemeClr val="dk1"/>
              </a:solidFill>
              <a:latin typeface="Calibri"/>
              <a:ea typeface="Calibri"/>
              <a:cs typeface="Calibri"/>
              <a:sym typeface="Calibri"/>
            </a:endParaRPr>
          </a:p>
        </p:txBody>
      </p:sp>
      <p:sp>
        <p:nvSpPr>
          <p:cNvPr id="113" name="Google Shape;113;p13"/>
          <p:cNvSpPr txBox="1"/>
          <p:nvPr/>
        </p:nvSpPr>
        <p:spPr>
          <a:xfrm rot="-1922347">
            <a:off x="14925261" y="8968660"/>
            <a:ext cx="918382" cy="31606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alibri"/>
                <a:ea typeface="Calibri"/>
                <a:cs typeface="Calibri"/>
                <a:sym typeface="Calibri"/>
              </a:rPr>
              <a:t>Treatment</a:t>
            </a:r>
            <a:endParaRPr b="1" i="0" sz="1100" u="none" cap="none" strike="noStrike">
              <a:solidFill>
                <a:schemeClr val="dk1"/>
              </a:solidFill>
              <a:latin typeface="Calibri"/>
              <a:ea typeface="Calibri"/>
              <a:cs typeface="Calibri"/>
              <a:sym typeface="Calibri"/>
            </a:endParaRPr>
          </a:p>
        </p:txBody>
      </p:sp>
      <p:sp>
        <p:nvSpPr>
          <p:cNvPr id="114" name="Google Shape;114;p13"/>
          <p:cNvSpPr txBox="1"/>
          <p:nvPr/>
        </p:nvSpPr>
        <p:spPr>
          <a:xfrm rot="-1939619">
            <a:off x="14982199" y="9451229"/>
            <a:ext cx="804487" cy="315844"/>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1" i="0" lang="en-US" sz="1100" u="none" cap="none" strike="noStrike">
                <a:solidFill>
                  <a:schemeClr val="dk1"/>
                </a:solidFill>
                <a:latin typeface="Calibri"/>
                <a:ea typeface="Calibri"/>
                <a:cs typeface="Calibri"/>
                <a:sym typeface="Calibri"/>
              </a:rPr>
              <a:t>Wild-type</a:t>
            </a:r>
            <a:endParaRPr b="1" i="0" sz="1100" u="none" cap="none" strike="noStrike">
              <a:solidFill>
                <a:schemeClr val="dk1"/>
              </a:solidFill>
              <a:latin typeface="Calibri"/>
              <a:ea typeface="Calibri"/>
              <a:cs typeface="Calibri"/>
              <a:sym typeface="Calibri"/>
            </a:endParaRPr>
          </a:p>
        </p:txBody>
      </p:sp>
      <p:sp>
        <p:nvSpPr>
          <p:cNvPr id="115" name="Google Shape;115;p13"/>
          <p:cNvSpPr txBox="1"/>
          <p:nvPr/>
        </p:nvSpPr>
        <p:spPr>
          <a:xfrm>
            <a:off x="19967754" y="9163075"/>
            <a:ext cx="7555686" cy="70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Century Gothic"/>
                <a:ea typeface="Century Gothic"/>
                <a:cs typeface="Century Gothic"/>
                <a:sym typeface="Century Gothic"/>
              </a:rPr>
              <a:t>2. Mitochondrial Stress</a:t>
            </a:r>
            <a:endParaRPr b="0" i="0" sz="100" u="none" cap="none" strike="noStrike">
              <a:solidFill>
                <a:srgbClr val="000000"/>
              </a:solidFill>
              <a:latin typeface="Arial"/>
              <a:ea typeface="Arial"/>
              <a:cs typeface="Arial"/>
              <a:sym typeface="Arial"/>
            </a:endParaRPr>
          </a:p>
        </p:txBody>
      </p:sp>
      <p:pic>
        <p:nvPicPr>
          <p:cNvPr id="116" name="Google Shape;116;p13"/>
          <p:cNvPicPr preferRelativeResize="0"/>
          <p:nvPr/>
        </p:nvPicPr>
        <p:blipFill rotWithShape="1">
          <a:blip r:embed="rId8">
            <a:alphaModFix/>
          </a:blip>
          <a:srcRect b="4803" l="0" r="0" t="21962"/>
          <a:stretch/>
        </p:blipFill>
        <p:spPr>
          <a:xfrm>
            <a:off x="24751900" y="6968879"/>
            <a:ext cx="4338699" cy="2194775"/>
          </a:xfrm>
          <a:prstGeom prst="rect">
            <a:avLst/>
          </a:prstGeom>
          <a:solidFill>
            <a:srgbClr val="888888"/>
          </a:solidFill>
          <a:ln>
            <a:noFill/>
          </a:ln>
        </p:spPr>
      </p:pic>
      <p:pic>
        <p:nvPicPr>
          <p:cNvPr id="117" name="Google Shape;117;p13"/>
          <p:cNvPicPr preferRelativeResize="0"/>
          <p:nvPr/>
        </p:nvPicPr>
        <p:blipFill rotWithShape="1">
          <a:blip r:embed="rId9">
            <a:alphaModFix/>
          </a:blip>
          <a:srcRect b="4279" l="2567" r="1994" t="21552"/>
          <a:stretch/>
        </p:blipFill>
        <p:spPr>
          <a:xfrm>
            <a:off x="20044175" y="9698275"/>
            <a:ext cx="4229100" cy="2145375"/>
          </a:xfrm>
          <a:prstGeom prst="rect">
            <a:avLst/>
          </a:prstGeom>
          <a:noFill/>
          <a:ln>
            <a:noFill/>
          </a:ln>
        </p:spPr>
      </p:pic>
      <p:pic>
        <p:nvPicPr>
          <p:cNvPr id="118" name="Google Shape;118;p13"/>
          <p:cNvPicPr preferRelativeResize="0"/>
          <p:nvPr/>
        </p:nvPicPr>
        <p:blipFill rotWithShape="1">
          <a:blip r:embed="rId10">
            <a:alphaModFix/>
          </a:blip>
          <a:srcRect b="3551" l="2397" r="2454" t="22439"/>
          <a:stretch/>
        </p:blipFill>
        <p:spPr>
          <a:xfrm>
            <a:off x="24751900" y="9659025"/>
            <a:ext cx="4338699" cy="2194775"/>
          </a:xfrm>
          <a:prstGeom prst="rect">
            <a:avLst/>
          </a:prstGeom>
          <a:solidFill>
            <a:srgbClr val="888888"/>
          </a:solidFill>
          <a:ln>
            <a:noFill/>
          </a:ln>
        </p:spPr>
      </p:pic>
      <p:sp>
        <p:nvSpPr>
          <p:cNvPr id="119" name="Google Shape;119;p13"/>
          <p:cNvSpPr txBox="1"/>
          <p:nvPr/>
        </p:nvSpPr>
        <p:spPr>
          <a:xfrm>
            <a:off x="19956797" y="12110150"/>
            <a:ext cx="3935878" cy="708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Century Gothic"/>
                <a:ea typeface="Century Gothic"/>
                <a:cs typeface="Century Gothic"/>
                <a:sym typeface="Century Gothic"/>
              </a:rPr>
              <a:t>3. GPS2-silencing</a:t>
            </a:r>
            <a:endParaRPr b="0" i="0" sz="100" u="none" cap="none" strike="noStrike">
              <a:solidFill>
                <a:srgbClr val="000000"/>
              </a:solidFill>
              <a:latin typeface="Arial"/>
              <a:ea typeface="Arial"/>
              <a:cs typeface="Arial"/>
              <a:sym typeface="Arial"/>
            </a:endParaRPr>
          </a:p>
        </p:txBody>
      </p:sp>
      <p:pic>
        <p:nvPicPr>
          <p:cNvPr id="120" name="Google Shape;120;p13"/>
          <p:cNvPicPr preferRelativeResize="0"/>
          <p:nvPr/>
        </p:nvPicPr>
        <p:blipFill rotWithShape="1">
          <a:blip r:embed="rId11">
            <a:alphaModFix/>
          </a:blip>
          <a:srcRect b="3990" l="2868" r="1847" t="21956"/>
          <a:stretch/>
        </p:blipFill>
        <p:spPr>
          <a:xfrm>
            <a:off x="20049850" y="12657650"/>
            <a:ext cx="4229100" cy="1972500"/>
          </a:xfrm>
          <a:prstGeom prst="rect">
            <a:avLst/>
          </a:prstGeom>
          <a:solidFill>
            <a:srgbClr val="888888"/>
          </a:solidFill>
          <a:ln>
            <a:noFill/>
          </a:ln>
        </p:spPr>
      </p:pic>
      <p:pic>
        <p:nvPicPr>
          <p:cNvPr id="121" name="Google Shape;121;p13"/>
          <p:cNvPicPr preferRelativeResize="0"/>
          <p:nvPr/>
        </p:nvPicPr>
        <p:blipFill rotWithShape="1">
          <a:blip r:embed="rId12">
            <a:alphaModFix/>
          </a:blip>
          <a:srcRect b="3965" l="2265" r="2541" t="22847"/>
          <a:stretch/>
        </p:blipFill>
        <p:spPr>
          <a:xfrm>
            <a:off x="24727625" y="12657650"/>
            <a:ext cx="4338699" cy="1972500"/>
          </a:xfrm>
          <a:prstGeom prst="rect">
            <a:avLst/>
          </a:prstGeom>
          <a:solidFill>
            <a:srgbClr val="888888"/>
          </a:solidFill>
          <a:ln>
            <a:noFill/>
          </a:ln>
        </p:spPr>
      </p:pic>
      <p:sp>
        <p:nvSpPr>
          <p:cNvPr id="122" name="Google Shape;122;p13"/>
          <p:cNvSpPr txBox="1"/>
          <p:nvPr/>
        </p:nvSpPr>
        <p:spPr>
          <a:xfrm>
            <a:off x="25272362" y="16157490"/>
            <a:ext cx="2996886" cy="459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Century Gothic"/>
                <a:ea typeface="Century Gothic"/>
                <a:cs typeface="Century Gothic"/>
                <a:sym typeface="Century Gothic"/>
              </a:rPr>
              <a:t>GPS2-silencing</a:t>
            </a:r>
            <a:endParaRPr b="0" i="0" sz="100" u="none" cap="none" strike="noStrike">
              <a:solidFill>
                <a:srgbClr val="000000"/>
              </a:solidFill>
              <a:latin typeface="Arial"/>
              <a:ea typeface="Arial"/>
              <a:cs typeface="Arial"/>
              <a:sym typeface="Arial"/>
            </a:endParaRPr>
          </a:p>
        </p:txBody>
      </p:sp>
      <p:sp>
        <p:nvSpPr>
          <p:cNvPr id="123" name="Google Shape;123;p13"/>
          <p:cNvSpPr txBox="1"/>
          <p:nvPr/>
        </p:nvSpPr>
        <p:spPr>
          <a:xfrm>
            <a:off x="20509203" y="16162338"/>
            <a:ext cx="3383472" cy="459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Century Gothic"/>
                <a:ea typeface="Century Gothic"/>
                <a:cs typeface="Century Gothic"/>
                <a:sym typeface="Century Gothic"/>
              </a:rPr>
              <a:t>Mitochondrial Stress</a:t>
            </a:r>
            <a:endParaRPr b="0" i="0" sz="100" u="none" cap="none" strike="noStrike">
              <a:solidFill>
                <a:srgbClr val="000000"/>
              </a:solidFill>
              <a:latin typeface="Arial"/>
              <a:ea typeface="Arial"/>
              <a:cs typeface="Arial"/>
              <a:sym typeface="Arial"/>
            </a:endParaRPr>
          </a:p>
        </p:txBody>
      </p:sp>
      <p:sp>
        <p:nvSpPr>
          <p:cNvPr id="124" name="Google Shape;124;p13"/>
          <p:cNvSpPr txBox="1"/>
          <p:nvPr/>
        </p:nvSpPr>
        <p:spPr>
          <a:xfrm>
            <a:off x="16146188" y="16162338"/>
            <a:ext cx="2586300" cy="480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Century Gothic"/>
                <a:ea typeface="Century Gothic"/>
                <a:cs typeface="Century Gothic"/>
                <a:sym typeface="Century Gothic"/>
              </a:rPr>
              <a:t>Differentiation</a:t>
            </a:r>
            <a:endParaRPr b="0" i="0" sz="100" u="none" cap="none" strike="noStrike">
              <a:solidFill>
                <a:srgbClr val="000000"/>
              </a:solidFill>
              <a:latin typeface="Arial"/>
              <a:ea typeface="Arial"/>
              <a:cs typeface="Arial"/>
              <a:sym typeface="Arial"/>
            </a:endParaRPr>
          </a:p>
        </p:txBody>
      </p:sp>
      <p:pic>
        <p:nvPicPr>
          <p:cNvPr id="125" name="Google Shape;125;p13"/>
          <p:cNvPicPr preferRelativeResize="0"/>
          <p:nvPr/>
        </p:nvPicPr>
        <p:blipFill rotWithShape="1">
          <a:blip r:embed="rId13">
            <a:alphaModFix/>
          </a:blip>
          <a:srcRect b="0" l="0" r="1204" t="15275"/>
          <a:stretch/>
        </p:blipFill>
        <p:spPr>
          <a:xfrm>
            <a:off x="24935325" y="16726150"/>
            <a:ext cx="3191075" cy="1729350"/>
          </a:xfrm>
          <a:prstGeom prst="rect">
            <a:avLst/>
          </a:prstGeom>
          <a:noFill/>
          <a:ln>
            <a:noFill/>
          </a:ln>
        </p:spPr>
      </p:pic>
      <p:pic>
        <p:nvPicPr>
          <p:cNvPr id="126" name="Google Shape;126;p13"/>
          <p:cNvPicPr preferRelativeResize="0"/>
          <p:nvPr/>
        </p:nvPicPr>
        <p:blipFill rotWithShape="1">
          <a:blip r:embed="rId14">
            <a:alphaModFix/>
          </a:blip>
          <a:srcRect b="0" l="0" r="0" t="0"/>
          <a:stretch/>
        </p:blipFill>
        <p:spPr>
          <a:xfrm>
            <a:off x="24935325" y="18704300"/>
            <a:ext cx="3196201" cy="1570075"/>
          </a:xfrm>
          <a:prstGeom prst="rect">
            <a:avLst/>
          </a:prstGeom>
          <a:solidFill>
            <a:srgbClr val="888888"/>
          </a:solidFill>
          <a:ln>
            <a:noFill/>
          </a:ln>
        </p:spPr>
      </p:pic>
      <p:pic>
        <p:nvPicPr>
          <p:cNvPr id="127" name="Google Shape;127;p13"/>
          <p:cNvPicPr preferRelativeResize="0"/>
          <p:nvPr/>
        </p:nvPicPr>
        <p:blipFill rotWithShape="1">
          <a:blip r:embed="rId15">
            <a:alphaModFix/>
          </a:blip>
          <a:srcRect b="0" l="0" r="0" t="0"/>
          <a:stretch/>
        </p:blipFill>
        <p:spPr>
          <a:xfrm>
            <a:off x="20330175" y="16726150"/>
            <a:ext cx="3562501" cy="1729350"/>
          </a:xfrm>
          <a:prstGeom prst="rect">
            <a:avLst/>
          </a:prstGeom>
          <a:solidFill>
            <a:srgbClr val="888888"/>
          </a:solidFill>
          <a:ln>
            <a:noFill/>
          </a:ln>
        </p:spPr>
      </p:pic>
      <p:pic>
        <p:nvPicPr>
          <p:cNvPr id="128" name="Google Shape;128;p13"/>
          <p:cNvPicPr preferRelativeResize="0"/>
          <p:nvPr/>
        </p:nvPicPr>
        <p:blipFill rotWithShape="1">
          <a:blip r:embed="rId16">
            <a:alphaModFix/>
          </a:blip>
          <a:srcRect b="0" l="0" r="50748" t="0"/>
          <a:stretch/>
        </p:blipFill>
        <p:spPr>
          <a:xfrm>
            <a:off x="22564900" y="16831775"/>
            <a:ext cx="1081800" cy="708000"/>
          </a:xfrm>
          <a:prstGeom prst="rect">
            <a:avLst/>
          </a:prstGeom>
          <a:solidFill>
            <a:srgbClr val="888888"/>
          </a:solidFill>
          <a:ln>
            <a:noFill/>
          </a:ln>
        </p:spPr>
      </p:pic>
      <p:pic>
        <p:nvPicPr>
          <p:cNvPr id="129" name="Google Shape;129;p13"/>
          <p:cNvPicPr preferRelativeResize="0"/>
          <p:nvPr/>
        </p:nvPicPr>
        <p:blipFill rotWithShape="1">
          <a:blip r:embed="rId17">
            <a:alphaModFix/>
          </a:blip>
          <a:srcRect b="0" l="0" r="0" t="15640"/>
          <a:stretch/>
        </p:blipFill>
        <p:spPr>
          <a:xfrm>
            <a:off x="20330175" y="18704300"/>
            <a:ext cx="3562500" cy="1570075"/>
          </a:xfrm>
          <a:prstGeom prst="rect">
            <a:avLst/>
          </a:prstGeom>
          <a:solidFill>
            <a:srgbClr val="888888"/>
          </a:solidFill>
          <a:ln>
            <a:noFill/>
          </a:ln>
        </p:spPr>
      </p:pic>
      <p:pic>
        <p:nvPicPr>
          <p:cNvPr id="130" name="Google Shape;130;p13"/>
          <p:cNvPicPr preferRelativeResize="0"/>
          <p:nvPr/>
        </p:nvPicPr>
        <p:blipFill rotWithShape="1">
          <a:blip r:embed="rId18">
            <a:alphaModFix/>
          </a:blip>
          <a:srcRect b="0" l="0" r="0" t="0"/>
          <a:stretch/>
        </p:blipFill>
        <p:spPr>
          <a:xfrm>
            <a:off x="15864374" y="18704300"/>
            <a:ext cx="3407925" cy="1570075"/>
          </a:xfrm>
          <a:prstGeom prst="rect">
            <a:avLst/>
          </a:prstGeom>
          <a:solidFill>
            <a:srgbClr val="888888"/>
          </a:solidFill>
          <a:ln>
            <a:noFill/>
          </a:ln>
        </p:spPr>
      </p:pic>
      <p:pic>
        <p:nvPicPr>
          <p:cNvPr id="131" name="Google Shape;131;p13"/>
          <p:cNvPicPr preferRelativeResize="0"/>
          <p:nvPr/>
        </p:nvPicPr>
        <p:blipFill rotWithShape="1">
          <a:blip r:embed="rId19">
            <a:alphaModFix/>
          </a:blip>
          <a:srcRect b="0" l="0" r="0" t="0"/>
          <a:stretch/>
        </p:blipFill>
        <p:spPr>
          <a:xfrm>
            <a:off x="15879601" y="16726150"/>
            <a:ext cx="3407925" cy="1729350"/>
          </a:xfrm>
          <a:prstGeom prst="rect">
            <a:avLst/>
          </a:prstGeom>
          <a:solidFill>
            <a:srgbClr val="888888"/>
          </a:solidFill>
          <a:ln>
            <a:noFill/>
          </a:ln>
        </p:spPr>
      </p:pic>
      <p:sp>
        <p:nvSpPr>
          <p:cNvPr id="132" name="Google Shape;132;p13"/>
          <p:cNvSpPr txBox="1"/>
          <p:nvPr/>
        </p:nvSpPr>
        <p:spPr>
          <a:xfrm>
            <a:off x="29979199" y="5063728"/>
            <a:ext cx="6870633" cy="111408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chemeClr val="dk1"/>
              </a:buClr>
              <a:buSzPts val="1100"/>
              <a:buFont typeface="Arial"/>
              <a:buNone/>
            </a:pPr>
            <a:r>
              <a:rPr b="0" i="0" lang="en-US" sz="2500" u="none" cap="none" strike="noStrike">
                <a:solidFill>
                  <a:schemeClr val="lt1"/>
                </a:solidFill>
                <a:latin typeface="Century Gothic"/>
                <a:ea typeface="Century Gothic"/>
                <a:cs typeface="Century Gothic"/>
                <a:sym typeface="Century Gothic"/>
              </a:rPr>
              <a:t>The analysis of peak overlaps between ATF4 and GPS2 under varying conditions provides valuable insights into their interplay, particularly within the context of mitochondrial stress and cellular differentiation. The consistent overlap of peaks between ATF4 in the amino acid-deprived state (AAD) and GPS2 during differentiation, coupled with the prominent enrichment of mitochondrial UPR pathways in the GSEA results, suggests a </a:t>
            </a:r>
            <a:r>
              <a:rPr b="1" i="0" lang="en-US" sz="2500" u="none" cap="none" strike="noStrike">
                <a:solidFill>
                  <a:schemeClr val="lt1"/>
                </a:solidFill>
                <a:latin typeface="Century Gothic"/>
                <a:ea typeface="Century Gothic"/>
                <a:cs typeface="Century Gothic"/>
                <a:sym typeface="Century Gothic"/>
              </a:rPr>
              <a:t>coordinated role for GPS2 and ATF4 in mediating stress and differentiation responses.</a:t>
            </a:r>
            <a:r>
              <a:rPr b="0" i="0" lang="en-US" sz="2500" u="none" cap="none" strike="noStrike">
                <a:solidFill>
                  <a:schemeClr val="lt1"/>
                </a:solidFill>
                <a:latin typeface="Century Gothic"/>
                <a:ea typeface="Century Gothic"/>
                <a:cs typeface="Century Gothic"/>
                <a:sym typeface="Century Gothic"/>
              </a:rPr>
              <a:t> The lack of overlap between ATF4 in AAD and GPS2 under mitochondrial stress induced by FCCP is surprising, especially given the detectable GPS2 signals in the plot profiles (Table 1 and Figure 2a). Furthermore, the observed increase in peak intensity for GPS2 on day 6 compared to day 0, aligned with RNA-seq data</a:t>
            </a:r>
            <a:r>
              <a:rPr b="0" baseline="30000" i="0" lang="en-US" sz="2500" u="none" cap="none" strike="noStrike">
                <a:solidFill>
                  <a:schemeClr val="lt1"/>
                </a:solidFill>
                <a:latin typeface="Century Gothic"/>
                <a:ea typeface="Century Gothic"/>
                <a:cs typeface="Century Gothic"/>
                <a:sym typeface="Century Gothic"/>
              </a:rPr>
              <a:t>[3,4]</a:t>
            </a:r>
            <a:r>
              <a:rPr b="0" i="0" lang="en-US" sz="2500" u="none" cap="none" strike="noStrike">
                <a:solidFill>
                  <a:schemeClr val="lt1"/>
                </a:solidFill>
                <a:latin typeface="Century Gothic"/>
                <a:ea typeface="Century Gothic"/>
                <a:cs typeface="Century Gothic"/>
                <a:sym typeface="Century Gothic"/>
              </a:rPr>
              <a:t>, reinforces the notion of GPS2's dynamic regulation during differentiation. Collectively, these findings highlight GPS2's potential role in modulating ATF4 activity in response to cellular stress and differentiation, with a particular emphasis on mechanisms associated with the mitochondrial UPR.</a:t>
            </a:r>
            <a:endParaRPr b="0" i="0" sz="2500" u="none" cap="none" strike="noStrike">
              <a:solidFill>
                <a:schemeClr val="lt1"/>
              </a:solidFill>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2500"/>
              <a:buFont typeface="Arial"/>
              <a:buNone/>
            </a:pPr>
            <a:r>
              <a:t/>
            </a:r>
            <a:endParaRPr b="0" i="0" sz="2500" u="none" cap="none" strike="noStrike">
              <a:solidFill>
                <a:schemeClr val="lt1"/>
              </a:solidFill>
              <a:latin typeface="Century Gothic"/>
              <a:ea typeface="Century Gothic"/>
              <a:cs typeface="Century Gothic"/>
              <a:sym typeface="Century Gothic"/>
            </a:endParaRPr>
          </a:p>
        </p:txBody>
      </p:sp>
      <p:cxnSp>
        <p:nvCxnSpPr>
          <p:cNvPr id="133" name="Google Shape;133;p13"/>
          <p:cNvCxnSpPr/>
          <p:nvPr/>
        </p:nvCxnSpPr>
        <p:spPr>
          <a:xfrm flipH="1" rot="10800000">
            <a:off x="31552338" y="5036175"/>
            <a:ext cx="3048300" cy="2700"/>
          </a:xfrm>
          <a:prstGeom prst="straightConnector1">
            <a:avLst/>
          </a:prstGeom>
          <a:noFill/>
          <a:ln cap="flat" cmpd="sng" w="38100">
            <a:solidFill>
              <a:schemeClr val="lt1"/>
            </a:solidFill>
            <a:prstDash val="solid"/>
            <a:round/>
            <a:headEnd len="med" w="med" type="oval"/>
            <a:tailEnd len="med" w="med" type="oval"/>
          </a:ln>
        </p:spPr>
      </p:cxnSp>
      <p:cxnSp>
        <p:nvCxnSpPr>
          <p:cNvPr id="134" name="Google Shape;134;p13"/>
          <p:cNvCxnSpPr/>
          <p:nvPr/>
        </p:nvCxnSpPr>
        <p:spPr>
          <a:xfrm>
            <a:off x="31552338" y="17031875"/>
            <a:ext cx="3048300" cy="0"/>
          </a:xfrm>
          <a:prstGeom prst="straightConnector1">
            <a:avLst/>
          </a:prstGeom>
          <a:noFill/>
          <a:ln cap="flat" cmpd="sng" w="38100">
            <a:solidFill>
              <a:schemeClr val="lt1"/>
            </a:solidFill>
            <a:prstDash val="solid"/>
            <a:round/>
            <a:headEnd len="med" w="med" type="oval"/>
            <a:tailEnd len="med" w="med" type="oval"/>
          </a:ln>
        </p:spPr>
      </p:cxnSp>
      <p:sp>
        <p:nvSpPr>
          <p:cNvPr id="135" name="Google Shape;135;p13"/>
          <p:cNvSpPr txBox="1"/>
          <p:nvPr/>
        </p:nvSpPr>
        <p:spPr>
          <a:xfrm>
            <a:off x="29717350" y="17156920"/>
            <a:ext cx="7132482" cy="2911200"/>
          </a:xfrm>
          <a:prstGeom prst="rect">
            <a:avLst/>
          </a:prstGeom>
          <a:noFill/>
          <a:ln>
            <a:noFill/>
          </a:ln>
        </p:spPr>
        <p:txBody>
          <a:bodyPr anchorCtr="0" anchor="t" bIns="91425" lIns="91425" spcFirstLastPara="1" rIns="91425" wrap="square" tIns="91425">
            <a:noAutofit/>
          </a:bodyPr>
          <a:lstStyle/>
          <a:p>
            <a:pPr indent="-304800" lvl="0" marL="457200" marR="0" rtl="0" algn="just">
              <a:lnSpc>
                <a:spcPct val="100000"/>
              </a:lnSpc>
              <a:spcBef>
                <a:spcPts val="0"/>
              </a:spcBef>
              <a:spcAft>
                <a:spcPts val="0"/>
              </a:spcAft>
              <a:buClr>
                <a:schemeClr val="lt1"/>
              </a:buClr>
              <a:buSzPts val="1200"/>
              <a:buFont typeface="Century Gothic"/>
              <a:buAutoNum type="arabicPeriod"/>
            </a:pPr>
            <a:r>
              <a:rPr b="0" i="0" lang="en-US" sz="1400" u="none" cap="none" strike="noStrike">
                <a:solidFill>
                  <a:schemeClr val="lt1"/>
                </a:solidFill>
                <a:highlight>
                  <a:srgbClr val="E3163D"/>
                </a:highlight>
                <a:latin typeface="Century Gothic"/>
                <a:ea typeface="Century Gothic"/>
                <a:cs typeface="Century Gothic"/>
                <a:sym typeface="Century Gothic"/>
              </a:rPr>
              <a:t>Cardamone MD, Tanasa B, Cederquist CT, et al. Mitochondrial Retrograde Signaling in Mammals Is Mediated by the Transcriptional Cofactor GPS2 via Direct Mitochondria-to-Nucleus Translocation. </a:t>
            </a:r>
            <a:r>
              <a:rPr b="0" i="1" lang="en-US" sz="1400" u="none" cap="none" strike="noStrike">
                <a:solidFill>
                  <a:schemeClr val="lt1"/>
                </a:solidFill>
                <a:highlight>
                  <a:srgbClr val="E3163D"/>
                </a:highlight>
                <a:latin typeface="Century Gothic"/>
                <a:ea typeface="Century Gothic"/>
                <a:cs typeface="Century Gothic"/>
                <a:sym typeface="Century Gothic"/>
              </a:rPr>
              <a:t>Mol Cell</a:t>
            </a:r>
            <a:r>
              <a:rPr b="0" i="0" lang="en-US" sz="1400" u="none" cap="none" strike="noStrike">
                <a:solidFill>
                  <a:schemeClr val="lt1"/>
                </a:solidFill>
                <a:highlight>
                  <a:srgbClr val="E3163D"/>
                </a:highlight>
                <a:latin typeface="Century Gothic"/>
                <a:ea typeface="Century Gothic"/>
                <a:cs typeface="Century Gothic"/>
                <a:sym typeface="Century Gothic"/>
              </a:rPr>
              <a:t>. 2018;69(5):757-772.e7. doi:10.1016/j.molcel.2018.01.037</a:t>
            </a:r>
            <a:endParaRPr b="0" i="0" sz="1400" u="none" cap="none" strike="noStrike">
              <a:solidFill>
                <a:schemeClr val="lt1"/>
              </a:solidFill>
              <a:highlight>
                <a:srgbClr val="E3163D"/>
              </a:highlight>
              <a:latin typeface="Century Gothic"/>
              <a:ea typeface="Century Gothic"/>
              <a:cs typeface="Century Gothic"/>
              <a:sym typeface="Century Gothic"/>
            </a:endParaRPr>
          </a:p>
          <a:p>
            <a:pPr indent="-304800" lvl="0" marL="457200" marR="0" rtl="0" algn="just">
              <a:lnSpc>
                <a:spcPct val="100000"/>
              </a:lnSpc>
              <a:spcBef>
                <a:spcPts val="0"/>
              </a:spcBef>
              <a:spcAft>
                <a:spcPts val="0"/>
              </a:spcAft>
              <a:buClr>
                <a:schemeClr val="lt1"/>
              </a:buClr>
              <a:buSzPts val="1200"/>
              <a:buFont typeface="Century Gothic"/>
              <a:buAutoNum type="arabicPeriod"/>
            </a:pPr>
            <a:r>
              <a:rPr b="0" i="0" lang="en-US" sz="1400" u="none" cap="none" strike="noStrike">
                <a:solidFill>
                  <a:schemeClr val="lt1"/>
                </a:solidFill>
                <a:highlight>
                  <a:srgbClr val="E3163D"/>
                </a:highlight>
                <a:latin typeface="Century Gothic"/>
                <a:ea typeface="Century Gothic"/>
                <a:cs typeface="Century Gothic"/>
                <a:sym typeface="Century Gothic"/>
              </a:rPr>
              <a:t>Melber A, Haynes CM. UPRmt regulation and output: a stress response mediated by mitochondrial-nuclear communication. </a:t>
            </a:r>
            <a:r>
              <a:rPr b="0" i="1" lang="en-US" sz="1400" u="none" cap="none" strike="noStrike">
                <a:solidFill>
                  <a:schemeClr val="lt1"/>
                </a:solidFill>
                <a:highlight>
                  <a:srgbClr val="E3163D"/>
                </a:highlight>
                <a:latin typeface="Century Gothic"/>
                <a:ea typeface="Century Gothic"/>
                <a:cs typeface="Century Gothic"/>
                <a:sym typeface="Century Gothic"/>
              </a:rPr>
              <a:t>Cell Res</a:t>
            </a:r>
            <a:r>
              <a:rPr b="0" i="0" lang="en-US" sz="1400" u="none" cap="none" strike="noStrike">
                <a:solidFill>
                  <a:schemeClr val="lt1"/>
                </a:solidFill>
                <a:highlight>
                  <a:srgbClr val="E3163D"/>
                </a:highlight>
                <a:latin typeface="Century Gothic"/>
                <a:ea typeface="Century Gothic"/>
                <a:cs typeface="Century Gothic"/>
                <a:sym typeface="Century Gothic"/>
              </a:rPr>
              <a:t>. 2018;28(3):281-295. doi:10.1038/cr.2018.16</a:t>
            </a:r>
            <a:endParaRPr b="0" i="0" sz="1400" u="none" cap="none" strike="noStrike">
              <a:solidFill>
                <a:schemeClr val="lt1"/>
              </a:solidFill>
              <a:highlight>
                <a:srgbClr val="E3163D"/>
              </a:highlight>
              <a:latin typeface="Century Gothic"/>
              <a:ea typeface="Century Gothic"/>
              <a:cs typeface="Century Gothic"/>
              <a:sym typeface="Century Gothic"/>
            </a:endParaRPr>
          </a:p>
          <a:p>
            <a:pPr indent="-304800" lvl="0" marL="457200" marR="0" rtl="0" algn="just">
              <a:lnSpc>
                <a:spcPct val="100000"/>
              </a:lnSpc>
              <a:spcBef>
                <a:spcPts val="0"/>
              </a:spcBef>
              <a:spcAft>
                <a:spcPts val="0"/>
              </a:spcAft>
              <a:buClr>
                <a:schemeClr val="lt1"/>
              </a:buClr>
              <a:buSzPts val="1200"/>
              <a:buFont typeface="Century Gothic"/>
              <a:buAutoNum type="arabicPeriod"/>
            </a:pPr>
            <a:r>
              <a:rPr b="0" i="0" lang="en-US" sz="1400" u="none" cap="none" strike="noStrike">
                <a:solidFill>
                  <a:schemeClr val="lt1"/>
                </a:solidFill>
                <a:highlight>
                  <a:srgbClr val="E3163D"/>
                </a:highlight>
                <a:latin typeface="Century Gothic"/>
                <a:ea typeface="Century Gothic"/>
                <a:cs typeface="Century Gothic"/>
                <a:sym typeface="Century Gothic"/>
              </a:rPr>
              <a:t>Margaret E Torrence, Michael R MacArthur, Aaron M Hosios, Alexander J Valvezan, John M Asara, James R Mitchell, Brendan D Manning (2021) The mTORC1-mediated activation of ATF4 promotes protein and glutathione synthesis downstream of growth signals eLife 10:e63326</a:t>
            </a:r>
            <a:endParaRPr b="0" i="0" sz="1400" u="none" cap="none" strike="noStrike">
              <a:solidFill>
                <a:schemeClr val="lt1"/>
              </a:solidFill>
              <a:highlight>
                <a:srgbClr val="E3163D"/>
              </a:highlight>
              <a:latin typeface="Century Gothic"/>
              <a:ea typeface="Century Gothic"/>
              <a:cs typeface="Century Gothic"/>
              <a:sym typeface="Century Gothic"/>
            </a:endParaRPr>
          </a:p>
          <a:p>
            <a:pPr indent="-304800" lvl="0" marL="457200" marR="0" rtl="0" algn="just">
              <a:lnSpc>
                <a:spcPct val="100000"/>
              </a:lnSpc>
              <a:spcBef>
                <a:spcPts val="0"/>
              </a:spcBef>
              <a:spcAft>
                <a:spcPts val="0"/>
              </a:spcAft>
              <a:buClr>
                <a:schemeClr val="lt1"/>
              </a:buClr>
              <a:buSzPts val="1200"/>
              <a:buFont typeface="Century Gothic"/>
              <a:buAutoNum type="arabicPeriod"/>
            </a:pPr>
            <a:r>
              <a:rPr b="0" i="0" lang="en-US" sz="1400" u="none" cap="none" strike="noStrike">
                <a:solidFill>
                  <a:schemeClr val="lt1"/>
                </a:solidFill>
                <a:highlight>
                  <a:srgbClr val="E3163D"/>
                </a:highlight>
                <a:latin typeface="Century Gothic"/>
                <a:ea typeface="Century Gothic"/>
                <a:cs typeface="Century Gothic"/>
                <a:sym typeface="Century Gothic"/>
              </a:rPr>
              <a:t>Fusakio, M. E., Willy, J. A., Wang, Y., Mirek, E. T., Al Baghdadi, R. J., Adams, C. M., Anthony, T. G., &amp; Wek, R. C. (2016). Transcription factor ATF4 directs basal and stress-induced gene expression in the unfolded protein response and cholesterol metabolism in the liver. </a:t>
            </a:r>
            <a:r>
              <a:rPr b="0" i="1" lang="en-US" sz="1400" u="none" cap="none" strike="noStrike">
                <a:solidFill>
                  <a:schemeClr val="lt1"/>
                </a:solidFill>
                <a:highlight>
                  <a:srgbClr val="E3163D"/>
                </a:highlight>
                <a:latin typeface="Century Gothic"/>
                <a:ea typeface="Century Gothic"/>
                <a:cs typeface="Century Gothic"/>
                <a:sym typeface="Century Gothic"/>
              </a:rPr>
              <a:t>Molecular biology of the cell</a:t>
            </a:r>
            <a:r>
              <a:rPr b="0" i="0" lang="en-US" sz="1400" u="none" cap="none" strike="noStrike">
                <a:solidFill>
                  <a:schemeClr val="lt1"/>
                </a:solidFill>
                <a:highlight>
                  <a:srgbClr val="E3163D"/>
                </a:highlight>
                <a:latin typeface="Century Gothic"/>
                <a:ea typeface="Century Gothic"/>
                <a:cs typeface="Century Gothic"/>
                <a:sym typeface="Century Gothic"/>
              </a:rPr>
              <a:t>, </a:t>
            </a:r>
            <a:r>
              <a:rPr b="0" i="1" lang="en-US" sz="1400" u="none" cap="none" strike="noStrike">
                <a:solidFill>
                  <a:schemeClr val="lt1"/>
                </a:solidFill>
                <a:highlight>
                  <a:srgbClr val="E3163D"/>
                </a:highlight>
                <a:latin typeface="Century Gothic"/>
                <a:ea typeface="Century Gothic"/>
                <a:cs typeface="Century Gothic"/>
                <a:sym typeface="Century Gothic"/>
              </a:rPr>
              <a:t>27</a:t>
            </a:r>
            <a:r>
              <a:rPr b="0" i="0" lang="en-US" sz="1400" u="none" cap="none" strike="noStrike">
                <a:solidFill>
                  <a:schemeClr val="lt1"/>
                </a:solidFill>
                <a:highlight>
                  <a:srgbClr val="E3163D"/>
                </a:highlight>
                <a:latin typeface="Century Gothic"/>
                <a:ea typeface="Century Gothic"/>
                <a:cs typeface="Century Gothic"/>
                <a:sym typeface="Century Gothic"/>
              </a:rPr>
              <a:t>(9), 1536–1551. https://doi.org/10.1091/mbc.E16-01-0039</a:t>
            </a:r>
            <a:endParaRPr b="0" i="0" sz="1400" u="none" cap="none" strike="noStrike">
              <a:solidFill>
                <a:schemeClr val="lt1"/>
              </a:solidFill>
              <a:highlight>
                <a:srgbClr val="E3163D"/>
              </a:highlight>
              <a:latin typeface="Century Gothic"/>
              <a:ea typeface="Century Gothic"/>
              <a:cs typeface="Century Gothic"/>
              <a:sym typeface="Century Gothic"/>
            </a:endParaRPr>
          </a:p>
          <a:p>
            <a:pPr indent="0" lvl="0" marL="0" marR="0" rtl="0" algn="just">
              <a:lnSpc>
                <a:spcPct val="100000"/>
              </a:lnSpc>
              <a:spcBef>
                <a:spcPts val="0"/>
              </a:spcBef>
              <a:spcAft>
                <a:spcPts val="0"/>
              </a:spcAft>
              <a:buClr>
                <a:srgbClr val="000000"/>
              </a:buClr>
              <a:buSzPts val="1200"/>
              <a:buFont typeface="Arial"/>
              <a:buNone/>
            </a:pPr>
            <a:r>
              <a:t/>
            </a:r>
            <a:endParaRPr b="0" i="0" sz="1200" u="none" cap="none" strike="noStrike">
              <a:solidFill>
                <a:schemeClr val="lt1"/>
              </a:solidFill>
              <a:highlight>
                <a:srgbClr val="E3163D"/>
              </a:highlight>
              <a:latin typeface="Century Gothic"/>
              <a:ea typeface="Century Gothic"/>
              <a:cs typeface="Century Gothic"/>
              <a:sym typeface="Century Gothic"/>
            </a:endParaRPr>
          </a:p>
        </p:txBody>
      </p:sp>
      <p:sp>
        <p:nvSpPr>
          <p:cNvPr id="136" name="Google Shape;136;p13"/>
          <p:cNvSpPr txBox="1"/>
          <p:nvPr/>
        </p:nvSpPr>
        <p:spPr>
          <a:xfrm>
            <a:off x="14789050" y="5178273"/>
            <a:ext cx="4796062" cy="532602"/>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300"/>
              <a:buFont typeface="Arial"/>
              <a:buNone/>
            </a:pPr>
            <a:r>
              <a:rPr b="1" i="1" lang="en-US" sz="1300" u="none" cap="none" strike="noStrike">
                <a:solidFill>
                  <a:schemeClr val="dk1"/>
                </a:solidFill>
                <a:latin typeface="Calibri"/>
                <a:ea typeface="Calibri"/>
                <a:cs typeface="Calibri"/>
                <a:sym typeface="Calibri"/>
              </a:rPr>
              <a:t>Table 1: </a:t>
            </a:r>
            <a:r>
              <a:rPr b="0" i="0" lang="en-US" sz="1300" u="none" cap="none" strike="noStrike">
                <a:solidFill>
                  <a:schemeClr val="dk1"/>
                </a:solidFill>
                <a:latin typeface="Calibri"/>
                <a:ea typeface="Calibri"/>
                <a:cs typeface="Calibri"/>
                <a:sym typeface="Calibri"/>
              </a:rPr>
              <a:t>Overlap of ATF4 and GPS2 Peaks across different conditions with percentages indicating the predominant peak annotations.</a:t>
            </a:r>
            <a:endParaRPr b="0" i="0" sz="1300" u="none" cap="none" strike="noStrike">
              <a:solidFill>
                <a:schemeClr val="dk1"/>
              </a:solidFill>
              <a:latin typeface="Calibri"/>
              <a:ea typeface="Calibri"/>
              <a:cs typeface="Calibri"/>
              <a:sym typeface="Calibri"/>
            </a:endParaRPr>
          </a:p>
        </p:txBody>
      </p:sp>
      <p:sp>
        <p:nvSpPr>
          <p:cNvPr id="137" name="Google Shape;137;p13"/>
          <p:cNvSpPr txBox="1"/>
          <p:nvPr/>
        </p:nvSpPr>
        <p:spPr>
          <a:xfrm>
            <a:off x="14927402" y="10493775"/>
            <a:ext cx="4652400" cy="4809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400"/>
              <a:buFont typeface="Arial"/>
              <a:buNone/>
            </a:pPr>
            <a:r>
              <a:rPr b="1" i="1" lang="en-US" sz="1400" u="none" cap="none" strike="noStrike">
                <a:solidFill>
                  <a:schemeClr val="dk1"/>
                </a:solidFill>
                <a:latin typeface="Calibri"/>
                <a:ea typeface="Calibri"/>
                <a:cs typeface="Calibri"/>
                <a:sym typeface="Calibri"/>
              </a:rPr>
              <a:t>Table 2: </a:t>
            </a:r>
            <a:r>
              <a:rPr b="0" i="0" lang="en-US" sz="1400" u="none" cap="none" strike="noStrike">
                <a:solidFill>
                  <a:schemeClr val="dk1"/>
                </a:solidFill>
                <a:latin typeface="Calibri"/>
                <a:ea typeface="Calibri"/>
                <a:cs typeface="Calibri"/>
                <a:sym typeface="Calibri"/>
              </a:rPr>
              <a:t>Representative GSEA results of the overlapping peaks from MSIGDB</a:t>
            </a:r>
            <a:endParaRPr b="0" i="0" sz="1400" u="none" cap="none" strike="noStrike">
              <a:solidFill>
                <a:schemeClr val="dk1"/>
              </a:solidFill>
              <a:latin typeface="Calibri"/>
              <a:ea typeface="Calibri"/>
              <a:cs typeface="Calibri"/>
              <a:sym typeface="Calibri"/>
            </a:endParaRPr>
          </a:p>
        </p:txBody>
      </p:sp>
      <p:sp>
        <p:nvSpPr>
          <p:cNvPr id="138" name="Google Shape;138;p13"/>
          <p:cNvSpPr txBox="1"/>
          <p:nvPr/>
        </p:nvSpPr>
        <p:spPr>
          <a:xfrm>
            <a:off x="14169850" y="17031875"/>
            <a:ext cx="1585500" cy="30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ER stress through Tunicamycin</a:t>
            </a:r>
            <a:endParaRPr b="1" i="0" sz="1800" u="none" cap="none" strike="noStrike">
              <a:solidFill>
                <a:schemeClr val="lt1"/>
              </a:solidFill>
              <a:latin typeface="Calibri"/>
              <a:ea typeface="Calibri"/>
              <a:cs typeface="Calibri"/>
              <a:sym typeface="Calibri"/>
            </a:endParaRPr>
          </a:p>
        </p:txBody>
      </p:sp>
      <p:sp>
        <p:nvSpPr>
          <p:cNvPr id="139" name="Google Shape;139;p13"/>
          <p:cNvSpPr txBox="1"/>
          <p:nvPr/>
        </p:nvSpPr>
        <p:spPr>
          <a:xfrm>
            <a:off x="14129800" y="18900700"/>
            <a:ext cx="1845600" cy="30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800"/>
              <a:buFont typeface="Arial"/>
              <a:buNone/>
            </a:pPr>
            <a:r>
              <a:rPr b="1" i="0" lang="en-US" sz="1800" u="none" cap="none" strike="noStrike">
                <a:solidFill>
                  <a:schemeClr val="lt1"/>
                </a:solidFill>
                <a:latin typeface="Calibri"/>
                <a:ea typeface="Calibri"/>
                <a:cs typeface="Calibri"/>
                <a:sym typeface="Calibri"/>
              </a:rPr>
              <a:t>mTORC1 signaling (Differentiation)</a:t>
            </a:r>
            <a:endParaRPr b="1" i="0" sz="1800" u="none" cap="none" strike="noStrike">
              <a:solidFill>
                <a:schemeClr val="lt1"/>
              </a:solidFill>
              <a:latin typeface="Calibri"/>
              <a:ea typeface="Calibri"/>
              <a:cs typeface="Calibri"/>
              <a:sym typeface="Calibri"/>
            </a:endParaRPr>
          </a:p>
        </p:txBody>
      </p:sp>
      <p:sp>
        <p:nvSpPr>
          <p:cNvPr id="140" name="Google Shape;140;p13"/>
          <p:cNvSpPr txBox="1"/>
          <p:nvPr/>
        </p:nvSpPr>
        <p:spPr>
          <a:xfrm>
            <a:off x="14129800" y="16726150"/>
            <a:ext cx="1679100" cy="3564900"/>
          </a:xfrm>
          <a:prstGeom prst="rect">
            <a:avLst/>
          </a:prstGeom>
          <a:no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p:txBody>
      </p:sp>
      <p:sp>
        <p:nvSpPr>
          <p:cNvPr id="141" name="Google Shape;141;p13"/>
          <p:cNvSpPr txBox="1"/>
          <p:nvPr/>
        </p:nvSpPr>
        <p:spPr>
          <a:xfrm>
            <a:off x="14129800" y="16293675"/>
            <a:ext cx="1679100" cy="4326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RNA-seq conditions</a:t>
            </a:r>
            <a:endParaRPr b="0" i="0" sz="11685" u="none" cap="none" strike="noStrike">
              <a:solidFill>
                <a:schemeClr val="dk1"/>
              </a:solidFill>
              <a:latin typeface="Calibri"/>
              <a:ea typeface="Calibri"/>
              <a:cs typeface="Calibri"/>
              <a:sym typeface="Calibri"/>
            </a:endParaRPr>
          </a:p>
        </p:txBody>
      </p:sp>
      <p:sp>
        <p:nvSpPr>
          <p:cNvPr id="142" name="Google Shape;142;p13"/>
          <p:cNvSpPr/>
          <p:nvPr/>
        </p:nvSpPr>
        <p:spPr>
          <a:xfrm>
            <a:off x="15879600" y="15924838"/>
            <a:ext cx="12218100" cy="696900"/>
          </a:xfrm>
          <a:prstGeom prst="roundRect">
            <a:avLst>
              <a:gd fmla="val 0" name="adj"/>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43" name="Google Shape;143;p13"/>
          <p:cNvSpPr txBox="1"/>
          <p:nvPr/>
        </p:nvSpPr>
        <p:spPr>
          <a:xfrm>
            <a:off x="15879600" y="15861075"/>
            <a:ext cx="12218100" cy="307800"/>
          </a:xfrm>
          <a:prstGeom prst="rect">
            <a:avLst/>
          </a:prstGeom>
          <a:solidFill>
            <a:schemeClr val="lt1"/>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US" sz="1400" u="none" cap="none" strike="noStrike">
                <a:solidFill>
                  <a:schemeClr val="dk1"/>
                </a:solidFill>
                <a:latin typeface="Calibri"/>
                <a:ea typeface="Calibri"/>
                <a:cs typeface="Calibri"/>
                <a:sym typeface="Calibri"/>
              </a:rPr>
              <a:t>GPS2 conditions</a:t>
            </a:r>
            <a:endParaRPr b="0" i="0" sz="11685" u="none" cap="none" strike="noStrike">
              <a:solidFill>
                <a:schemeClr val="dk1"/>
              </a:solidFill>
              <a:latin typeface="Calibri"/>
              <a:ea typeface="Calibri"/>
              <a:cs typeface="Calibri"/>
              <a:sym typeface="Calibri"/>
            </a:endParaRPr>
          </a:p>
        </p:txBody>
      </p:sp>
      <p:cxnSp>
        <p:nvCxnSpPr>
          <p:cNvPr id="144" name="Google Shape;144;p13"/>
          <p:cNvCxnSpPr>
            <a:stCxn id="140" idx="1"/>
            <a:endCxn id="140" idx="3"/>
          </p:cNvCxnSpPr>
          <p:nvPr/>
        </p:nvCxnSpPr>
        <p:spPr>
          <a:xfrm>
            <a:off x="14129800" y="18508600"/>
            <a:ext cx="1679100" cy="0"/>
          </a:xfrm>
          <a:prstGeom prst="straightConnector1">
            <a:avLst/>
          </a:prstGeom>
          <a:noFill/>
          <a:ln cap="flat" cmpd="sng" w="9525">
            <a:solidFill>
              <a:schemeClr val="dk1"/>
            </a:solidFill>
            <a:prstDash val="solid"/>
            <a:round/>
            <a:headEnd len="sm" w="sm" type="none"/>
            <a:tailEnd len="sm" w="sm" type="none"/>
          </a:ln>
        </p:spPr>
      </p:cxnSp>
      <p:sp>
        <p:nvSpPr>
          <p:cNvPr id="145" name="Google Shape;145;p13"/>
          <p:cNvSpPr txBox="1"/>
          <p:nvPr/>
        </p:nvSpPr>
        <p:spPr>
          <a:xfrm>
            <a:off x="14230075" y="14752300"/>
            <a:ext cx="14039743" cy="105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1" lang="en-US" sz="1400" u="none" cap="none" strike="noStrike">
                <a:solidFill>
                  <a:schemeClr val="dk1"/>
                </a:solidFill>
                <a:latin typeface="Calibri"/>
                <a:ea typeface="Calibri"/>
                <a:cs typeface="Calibri"/>
                <a:sym typeface="Calibri"/>
              </a:rPr>
              <a:t>Figure 2: </a:t>
            </a:r>
            <a:r>
              <a:rPr b="1" i="0" lang="en-US" sz="1400" u="none" cap="none" strike="noStrike">
                <a:solidFill>
                  <a:schemeClr val="dk1"/>
                </a:solidFill>
                <a:latin typeface="Calibri"/>
                <a:ea typeface="Calibri"/>
                <a:cs typeface="Calibri"/>
                <a:sym typeface="Calibri"/>
              </a:rPr>
              <a:t>Plot Profiles of GPS2 and ATF4 Signals Across Conditions upon comparison with ATF4-RNA seq data</a:t>
            </a:r>
            <a:endParaRPr/>
          </a:p>
          <a:p>
            <a:pPr indent="0" lvl="0" marL="0" marR="0" rtl="0" algn="just">
              <a:lnSpc>
                <a:spcPct val="100000"/>
              </a:lnSpc>
              <a:spcBef>
                <a:spcPts val="0"/>
              </a:spcBef>
              <a:spcAft>
                <a:spcPts val="0"/>
              </a:spcAft>
              <a:buClr>
                <a:schemeClr val="dk1"/>
              </a:buClr>
              <a:buSzPts val="1100"/>
              <a:buFont typeface="Arial"/>
              <a:buNone/>
            </a:pPr>
            <a:r>
              <a:rPr b="0" i="0" lang="en-US" sz="1400" u="none" cap="none" strike="noStrike">
                <a:solidFill>
                  <a:schemeClr val="dk1"/>
                </a:solidFill>
                <a:latin typeface="Calibri"/>
                <a:ea typeface="Calibri"/>
                <a:cs typeface="Calibri"/>
                <a:sym typeface="Calibri"/>
              </a:rPr>
              <a:t>This figure presents the plot profiles of GPS2 alongside ATF4_ISR (Amino Acid Deprivation) signals, segmented by experimental conditions. Each plot is centered on ATF4 peaks associated with differentially expressed genes identified from RNA-seq experiments. The profiles illustrate the variability in GPS2 binding behavior across different conditions, with a specific focus on genes that are differentially expressed under conditions similar to those in the GPS2 experiments.</a:t>
            </a:r>
            <a:endParaRPr b="0" i="0" sz="1600" u="none" cap="none" strike="noStrike">
              <a:solidFill>
                <a:schemeClr val="dk1"/>
              </a:solidFill>
              <a:latin typeface="Calibri"/>
              <a:ea typeface="Calibri"/>
              <a:cs typeface="Calibri"/>
              <a:sym typeface="Calibri"/>
            </a:endParaRPr>
          </a:p>
        </p:txBody>
      </p:sp>
    </p:spTree>
  </p:cSld>
  <p:clrMapOvr>
    <a:masterClrMapping/>
  </p:clrMapOvr>
  <p:transition spd="med">
    <p:fade thruBlk="1"/>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